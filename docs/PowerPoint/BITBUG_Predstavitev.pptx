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7" r:id="rId6"/>
    <p:sldId id="278" r:id="rId7"/>
    <p:sldId id="258" r:id="rId8"/>
    <p:sldId id="287" r:id="rId9"/>
    <p:sldId id="288" r:id="rId10"/>
    <p:sldId id="290" r:id="rId11"/>
    <p:sldId id="289" r:id="rId12"/>
    <p:sldId id="291" r:id="rId13"/>
    <p:sldId id="280" r:id="rId14"/>
    <p:sldId id="281" r:id="rId15"/>
    <p:sldId id="282" r:id="rId16"/>
    <p:sldId id="292" r:id="rId17"/>
    <p:sldId id="293" r:id="rId18"/>
    <p:sldId id="294" r:id="rId19"/>
    <p:sldId id="296" r:id="rId20"/>
    <p:sldId id="295" r:id="rId21"/>
    <p:sldId id="284" r:id="rId22"/>
    <p:sldId id="271" r:id="rId23"/>
    <p:sldId id="28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065" autoAdjust="0"/>
  </p:normalViewPr>
  <p:slideViewPr>
    <p:cSldViewPr snapToGrid="0">
      <p:cViewPr varScale="1">
        <p:scale>
          <a:sx n="75" d="100"/>
          <a:sy n="75" d="100"/>
        </p:scale>
        <p:origin x="58" y="5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F6C1F-B988-B25D-F3F4-BD8A77694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BDEDC-105C-DA79-E277-CC408C1EE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052A8-7154-3B2B-63FF-54D1C74FA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5947D-BD15-7DEF-4A17-C54DFFC09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383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stranske slik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Označba mesta opomb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značba mesta številke diapoz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9315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616F6-595B-AFB6-56C2-62CB129EA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053AB6-E00C-274C-9CC8-E6B36A79A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B8850-27D7-35F7-2D20-4841B0725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E58E8-9C03-7ACC-F0CE-E0900677F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043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E70D7-3733-A5B2-527C-5ADA9916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7138FC-409D-D660-2FC4-B48C5499C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E7621-5AD3-C9F7-9C99-83E31ED47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2A5F2-8152-A261-A7C6-788993E63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260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0CBE6-48A0-EA91-1697-BB891B816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0264E-1FA2-E91A-94B1-6AE242587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9F185-008E-B095-863A-6DAE82BA8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7A6FE-E3AB-8171-D17D-B0EB0650F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367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9DF7C-BCB5-64B3-FDC7-5BC818B80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946C4-CBA7-BEAD-787F-2F66273C22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C0A69-E6BE-1569-9306-3B12438B8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14101-826F-484D-55E1-2B7A2F9BA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610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65EF3-0651-6B71-DE8C-35462E3BE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FAC82-E226-1C4B-E22A-FB54471FE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006A3-C355-5CF6-D979-ECC598A1F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E283C-5C03-F65C-09EE-641640BCD6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0295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D453A-C0D2-F4C3-B214-649509A91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B1AE7-C64A-2B06-2E29-9068DD79B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127848-699A-5A2C-C687-0FC5BFE68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EC9CC-8D4A-D883-C365-36E020EBF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777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21E1D-8E0E-3DC7-16F0-E72B838D8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31122-8591-315A-409D-7A934EA14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DDE57-9516-9729-1B4D-A79BC0618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30EE0-4347-4AA0-C1DF-DBD6507628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680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sl-SI"/>
              <a:t>Kliknite ikono, če želite dodati tabelo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ve vsebin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sl-SI"/>
              <a:t>Kliknite ikono, če želite dodati tabelo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2649" y="3246120"/>
            <a:ext cx="4495209" cy="2911197"/>
          </a:xfrm>
        </p:spPr>
        <p:txBody>
          <a:bodyPr anchor="ctr"/>
          <a:lstStyle/>
          <a:p>
            <a:r>
              <a:rPr lang="sl-SI" sz="4000" dirty="0"/>
              <a:t>Projekt BITBUG </a:t>
            </a:r>
            <a:br>
              <a:rPr lang="sl-SI" dirty="0"/>
            </a:br>
            <a:endParaRPr lang="en-US" sz="1400" dirty="0"/>
          </a:p>
        </p:txBody>
      </p:sp>
      <p:pic>
        <p:nvPicPr>
          <p:cNvPr id="6" name="Slika 5" descr="Slika, ki vsebuje besede nevretenčar, žuželka, hrošč&#10;&#10;Vsebina, ustvarjena z UI, morda ni pravilna.">
            <a:extLst>
              <a:ext uri="{FF2B5EF4-FFF2-40B4-BE49-F238E27FC236}">
                <a16:creationId xmlns:a16="http://schemas.microsoft.com/office/drawing/2014/main" id="{4123C78C-D39B-FE1C-3BC5-54A186BED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578" y="5016678"/>
            <a:ext cx="3129280" cy="156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929188"/>
            <a:ext cx="2895600" cy="1325563"/>
          </a:xfrm>
        </p:spPr>
        <p:txBody>
          <a:bodyPr/>
          <a:lstStyle/>
          <a:p>
            <a:r>
              <a:rPr lang="sl-SI" dirty="0"/>
              <a:t>Kaj je </a:t>
            </a:r>
            <a:r>
              <a:rPr lang="sl-SI" dirty="0" err="1"/>
              <a:t>bitbug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722116"/>
            <a:ext cx="2895600" cy="3269589"/>
          </a:xfrm>
        </p:spPr>
        <p:txBody>
          <a:bodyPr>
            <a:normAutofit/>
          </a:bodyPr>
          <a:lstStyle/>
          <a:p>
            <a:r>
              <a:rPr lang="sl-SI" dirty="0"/>
              <a:t>Aplikacija za deljenje tekstovnih in datotečnih vsebin</a:t>
            </a:r>
          </a:p>
          <a:p>
            <a:r>
              <a:rPr lang="sl-SI" dirty="0"/>
              <a:t>Deljenje vsebin preko oglasnih desk (</a:t>
            </a:r>
            <a:r>
              <a:rPr lang="sl-SI" dirty="0" err="1"/>
              <a:t>boards</a:t>
            </a:r>
            <a:r>
              <a:rPr lang="sl-SI" dirty="0"/>
              <a:t>)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sl-SI" dirty="0"/>
              <a:t>Potek projekta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sl-SI" dirty="0"/>
              <a:t>ideje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4938"/>
            <a:ext cx="7288212" cy="3407051"/>
          </a:xfrm>
        </p:spPr>
        <p:txBody>
          <a:bodyPr>
            <a:normAutofit/>
          </a:bodyPr>
          <a:lstStyle/>
          <a:p>
            <a:endParaRPr lang="en-US" dirty="0"/>
          </a:p>
          <a:p>
            <a:pPr lvl="1"/>
            <a:r>
              <a:rPr lang="sl-SI" dirty="0"/>
              <a:t>2 ideje:</a:t>
            </a:r>
          </a:p>
          <a:p>
            <a:pPr marL="624078" lvl="2" indent="-342900">
              <a:buFont typeface="+mj-lt"/>
              <a:buAutoNum type="arabicPeriod"/>
            </a:pPr>
            <a:r>
              <a:rPr lang="sl-SI" dirty="0"/>
              <a:t>Igrica oz. platforma za igranje iger (npr. igre123)</a:t>
            </a:r>
          </a:p>
          <a:p>
            <a:pPr marL="624078" lvl="2" indent="-342900">
              <a:buFont typeface="+mj-lt"/>
              <a:buAutoNum type="arabicPeriod"/>
            </a:pPr>
            <a:r>
              <a:rPr lang="sl-SI" dirty="0"/>
              <a:t>Platforma za deljenje medijskih vsebin</a:t>
            </a:r>
          </a:p>
          <a:p>
            <a:pPr marL="285750" lvl="1"/>
            <a:r>
              <a:rPr lang="sl-SI" dirty="0"/>
              <a:t> Ideje za ime in logotip,</a:t>
            </a:r>
          </a:p>
          <a:p>
            <a:pPr marL="569214" lvl="2"/>
            <a:r>
              <a:rPr lang="sl-SI" dirty="0"/>
              <a:t>Pace, Ščurek, </a:t>
            </a:r>
            <a:r>
              <a:rPr lang="sl-SI" dirty="0" err="1"/>
              <a:t>Filebug</a:t>
            </a:r>
            <a:r>
              <a:rPr lang="sl-SI" dirty="0"/>
              <a:t>, </a:t>
            </a:r>
            <a:r>
              <a:rPr lang="sl-SI" dirty="0" err="1"/>
              <a:t>Roach</a:t>
            </a:r>
            <a:r>
              <a:rPr lang="sl-SI" dirty="0"/>
              <a:t>, </a:t>
            </a:r>
            <a:r>
              <a:rPr lang="sl-SI" dirty="0" err="1"/>
              <a:t>FileRoach</a:t>
            </a:r>
            <a:r>
              <a:rPr lang="sl-SI" dirty="0"/>
              <a:t>, </a:t>
            </a:r>
            <a:r>
              <a:rPr lang="sl-SI" dirty="0" err="1"/>
              <a:t>ByteRoach</a:t>
            </a:r>
            <a:r>
              <a:rPr lang="sl-SI" dirty="0"/>
              <a:t>, </a:t>
            </a:r>
            <a:r>
              <a:rPr lang="sl-SI" dirty="0" err="1"/>
              <a:t>BitRoach</a:t>
            </a:r>
            <a:r>
              <a:rPr lang="sl-SI" dirty="0"/>
              <a:t>, </a:t>
            </a:r>
            <a:r>
              <a:rPr lang="sl-SI" dirty="0" err="1"/>
              <a:t>Scur</a:t>
            </a:r>
            <a:r>
              <a:rPr lang="sl-SI" dirty="0"/>
              <a:t>, </a:t>
            </a:r>
            <a:r>
              <a:rPr lang="sl-SI" dirty="0" err="1"/>
              <a:t>StackRoach</a:t>
            </a:r>
            <a:r>
              <a:rPr lang="sl-SI" dirty="0"/>
              <a:t>, </a:t>
            </a:r>
            <a:r>
              <a:rPr lang="sl-SI" dirty="0" err="1"/>
              <a:t>Piston</a:t>
            </a:r>
            <a:r>
              <a:rPr lang="sl-SI" dirty="0"/>
              <a:t>, </a:t>
            </a:r>
            <a:r>
              <a:rPr lang="sl-SI" b="1" dirty="0" err="1"/>
              <a:t>BitBug</a:t>
            </a:r>
            <a:endParaRPr lang="sl-SI" b="1" dirty="0"/>
          </a:p>
          <a:p>
            <a:pPr marL="569214" lvl="2"/>
            <a:r>
              <a:rPr lang="sl-SI" dirty="0"/>
              <a:t>Motivi insekta, batov</a:t>
            </a:r>
          </a:p>
          <a:p>
            <a:pPr marL="569214" lvl="2"/>
            <a:endParaRPr lang="sl-SI" b="1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9062D9-3C8F-1E94-85FF-93F45D255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681" y="351187"/>
            <a:ext cx="171450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3C46777-FECA-2C40-5F56-FB53544A2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553" y="367339"/>
            <a:ext cx="1820893" cy="2022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0635069-62E7-BFCD-C571-46DBB9602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395" y="351187"/>
            <a:ext cx="3467577" cy="136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04681-5316-8F63-1685-2939813AA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C36E-F5CB-538D-D698-63F6DB5DC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sl-SI" dirty="0" err="1"/>
              <a:t>Nacin</a:t>
            </a:r>
            <a:r>
              <a:rPr lang="sl-SI" dirty="0"/>
              <a:t> dela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8AC91-D86B-FAB1-9C69-580D5E2F7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4938"/>
            <a:ext cx="7288212" cy="3407051"/>
          </a:xfrm>
        </p:spPr>
        <p:txBody>
          <a:bodyPr>
            <a:normAutofit/>
          </a:bodyPr>
          <a:lstStyle/>
          <a:p>
            <a:pPr lvl="1"/>
            <a:r>
              <a:rPr lang="sl-SI" dirty="0"/>
              <a:t>Postavi se specifikacija</a:t>
            </a:r>
          </a:p>
          <a:p>
            <a:pPr lvl="2"/>
            <a:r>
              <a:rPr lang="sl-SI" dirty="0"/>
              <a:t>Oceni potrebne funkcionalnosti</a:t>
            </a:r>
          </a:p>
          <a:p>
            <a:pPr lvl="2"/>
            <a:r>
              <a:rPr lang="sl-SI" dirty="0"/>
              <a:t>Prosta izbira dela</a:t>
            </a:r>
          </a:p>
          <a:p>
            <a:pPr lvl="3"/>
            <a:r>
              <a:rPr lang="sl-SI" dirty="0"/>
              <a:t>Delegacija v primeru nesodelovanja</a:t>
            </a:r>
            <a:endParaRPr lang="sl-SI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b="0" dirty="0"/>
              <a:t>Tedenski sestanki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b="0" dirty="0"/>
              <a:t>Komunikacija preko </a:t>
            </a:r>
            <a:r>
              <a:rPr lang="sl-SI" b="0" dirty="0" err="1"/>
              <a:t>Discord</a:t>
            </a:r>
            <a:endParaRPr lang="en-US" b="0" dirty="0"/>
          </a:p>
          <a:p>
            <a:pPr lvl="3"/>
            <a:endParaRPr lang="sl-SI" dirty="0"/>
          </a:p>
          <a:p>
            <a:pPr marL="569214" lvl="2"/>
            <a:endParaRPr lang="sl-SI" b="1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4D8CFCF-9B7F-349B-DBA5-39CBBB0C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Slika 4" descr="Slika, ki vsebuje besede grafika, logotip, pisava, oblikovanje&#10;&#10;Vsebina, ustvarjena z UI, morda ni pravilna.">
            <a:extLst>
              <a:ext uri="{FF2B5EF4-FFF2-40B4-BE49-F238E27FC236}">
                <a16:creationId xmlns:a16="http://schemas.microsoft.com/office/drawing/2014/main" id="{8E9C4B7B-3CC8-29A4-5C01-C2BFE665E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640" y="2422493"/>
            <a:ext cx="3637280" cy="204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C7C22B1-6C58-BBA3-EA93-B084B66C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Beleženje napredka</a:t>
            </a:r>
            <a:endParaRPr lang="en-US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77234AB9-F5B8-2CF9-DB28-0A685C90D7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b="0" dirty="0" err="1"/>
              <a:t>Trello</a:t>
            </a:r>
            <a:r>
              <a:rPr lang="sl-SI" b="0" dirty="0"/>
              <a:t> – napredek dela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b="0" dirty="0"/>
              <a:t>GitHub – hranjenje kode, </a:t>
            </a:r>
            <a:r>
              <a:rPr lang="sl-SI" b="0" dirty="0" err="1"/>
              <a:t>verzioniranje</a:t>
            </a:r>
            <a:endParaRPr lang="en-US" b="0" dirty="0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DE7011EF-D5B3-4CAD-2866-DF947BA3A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Slika 5" descr="Slika, ki vsebuje besede logotip, električno modra, posnetek zaslona, simbol&#10;&#10;Vsebina, ustvarjena z UI, morda ni pravilna.">
            <a:extLst>
              <a:ext uri="{FF2B5EF4-FFF2-40B4-BE49-F238E27FC236}">
                <a16:creationId xmlns:a16="http://schemas.microsoft.com/office/drawing/2014/main" id="{D2D96590-CBA8-D204-BC27-CFEBEDBBB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858" y="3873969"/>
            <a:ext cx="1833880" cy="1833880"/>
          </a:xfrm>
          <a:prstGeom prst="rect">
            <a:avLst/>
          </a:prstGeom>
        </p:spPr>
      </p:pic>
      <p:pic>
        <p:nvPicPr>
          <p:cNvPr id="8" name="Grafika 7">
            <a:extLst>
              <a:ext uri="{FF2B5EF4-FFF2-40B4-BE49-F238E27FC236}">
                <a16:creationId xmlns:a16="http://schemas.microsoft.com/office/drawing/2014/main" id="{7257C4B2-A32D-B63B-F780-73497C36C0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2318" y="3873969"/>
            <a:ext cx="1759198" cy="1759198"/>
          </a:xfrm>
          <a:prstGeom prst="rect">
            <a:avLst/>
          </a:prstGeom>
        </p:spPr>
      </p:pic>
      <p:pic>
        <p:nvPicPr>
          <p:cNvPr id="10" name="Slika 9" descr="Slika, ki vsebuje besede posnetek zaslona, besedilo, večpredstavnostna programska oprema, programska oprema&#10;&#10;Vsebina, ustvarjena z UI, morda ni pravilna.">
            <a:extLst>
              <a:ext uri="{FF2B5EF4-FFF2-40B4-BE49-F238E27FC236}">
                <a16:creationId xmlns:a16="http://schemas.microsoft.com/office/drawing/2014/main" id="{E0CCE049-3686-20E4-8D43-03218EFDF6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0554" y="1943817"/>
            <a:ext cx="3636876" cy="1638522"/>
          </a:xfrm>
          <a:prstGeom prst="rect">
            <a:avLst/>
          </a:prstGeom>
        </p:spPr>
      </p:pic>
      <p:pic>
        <p:nvPicPr>
          <p:cNvPr id="12" name="Slika 11" descr="Slika, ki vsebuje besede besedilo, posnetek zaslona, programska oprema, diagram&#10;&#10;Vsebina, ustvarjena z UI, morda ni pravilna.">
            <a:extLst>
              <a:ext uri="{FF2B5EF4-FFF2-40B4-BE49-F238E27FC236}">
                <a16:creationId xmlns:a16="http://schemas.microsoft.com/office/drawing/2014/main" id="{64F51AB9-A742-4A2E-8A33-F9A825D94F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6080" y="3897704"/>
            <a:ext cx="3799840" cy="1862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162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54BE8-172A-6F45-93C6-C4C977736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658CE-CD5A-A23D-EA6A-E8ADCB303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sl-SI" dirty="0"/>
              <a:t>Uporabljene tehnologije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64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59ABF82-8E90-020B-77E1-DA6E4355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Front </a:t>
            </a:r>
            <a:r>
              <a:rPr lang="sl-SI" dirty="0" err="1"/>
              <a:t>end</a:t>
            </a:r>
            <a:endParaRPr lang="en-US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ABA0DE57-4D67-9C93-E448-1B5C116406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dirty="0"/>
              <a:t>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dirty="0"/>
              <a:t>CSS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dirty="0"/>
              <a:t>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F9472FA1-C67C-4F2E-5C64-E77BFB540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Slika 7" descr="Slika, ki vsebuje besede logotip, simbol, pravokotnik, oblikovanje&#10;&#10;Vsebina, ustvarjena z UI, morda ni pravilna.">
            <a:extLst>
              <a:ext uri="{FF2B5EF4-FFF2-40B4-BE49-F238E27FC236}">
                <a16:creationId xmlns:a16="http://schemas.microsoft.com/office/drawing/2014/main" id="{2EA66F10-CB6F-3EF7-8813-5FE53EF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154" y="2497772"/>
            <a:ext cx="5628926" cy="312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63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2B1D9-F517-29D9-501E-7A80C623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C4B7125-4B75-E286-5D1F-08581534C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BACKENd</a:t>
            </a:r>
            <a:endParaRPr lang="en-US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8A75FBF-0257-E28D-865A-F7FF7E739F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dirty="0"/>
              <a:t>PHP</a:t>
            </a:r>
          </a:p>
          <a:p>
            <a:pPr marL="569214" lvl="1"/>
            <a:r>
              <a:rPr lang="sl-SI" dirty="0" err="1"/>
              <a:t>Apache</a:t>
            </a:r>
            <a:endParaRPr lang="sl-SI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dirty="0"/>
              <a:t>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dirty="0"/>
              <a:t>MARIA DB</a:t>
            </a:r>
          </a:p>
          <a:p>
            <a:pPr marL="569214" lvl="1"/>
            <a:r>
              <a:rPr lang="sl-SI" dirty="0" err="1"/>
              <a:t>Phpmyadmin</a:t>
            </a:r>
            <a:r>
              <a:rPr lang="sl-SI" dirty="0"/>
              <a:t> SUPB</a:t>
            </a:r>
          </a:p>
          <a:p>
            <a:endParaRPr lang="en-US" dirty="0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34B160AE-6617-1538-7A10-043ECB117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Slika 5" descr="Slika, ki vsebuje besede krog, logotip, simbol, pisava&#10;&#10;Vsebina, ustvarjena z UI, morda ni pravilna.">
            <a:extLst>
              <a:ext uri="{FF2B5EF4-FFF2-40B4-BE49-F238E27FC236}">
                <a16:creationId xmlns:a16="http://schemas.microsoft.com/office/drawing/2014/main" id="{C4C96BF0-78E8-E691-1DAF-DCCA21F4B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842" y="679472"/>
            <a:ext cx="2606040" cy="1406854"/>
          </a:xfrm>
          <a:prstGeom prst="rect">
            <a:avLst/>
          </a:prstGeom>
        </p:spPr>
      </p:pic>
      <p:pic>
        <p:nvPicPr>
          <p:cNvPr id="9" name="Slika 8" descr="Slika, ki vsebuje besede morski sesalec&#10;&#10;Vsebina, ustvarjena z UI, morda ni pravilna.">
            <a:extLst>
              <a:ext uri="{FF2B5EF4-FFF2-40B4-BE49-F238E27FC236}">
                <a16:creationId xmlns:a16="http://schemas.microsoft.com/office/drawing/2014/main" id="{B78320D0-BFF6-BA88-EC4E-65F78B1DE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395765"/>
            <a:ext cx="1987544" cy="1987544"/>
          </a:xfrm>
          <a:prstGeom prst="rect">
            <a:avLst/>
          </a:prstGeom>
        </p:spPr>
      </p:pic>
      <p:pic>
        <p:nvPicPr>
          <p:cNvPr id="13" name="Grafika 12">
            <a:extLst>
              <a:ext uri="{FF2B5EF4-FFF2-40B4-BE49-F238E27FC236}">
                <a16:creationId xmlns:a16="http://schemas.microsoft.com/office/drawing/2014/main" id="{F2378006-CBDD-83C8-99A8-C2116DF221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44380" y="2214011"/>
            <a:ext cx="3279482" cy="1827742"/>
          </a:xfrm>
          <a:prstGeom prst="rect">
            <a:avLst/>
          </a:prstGeom>
        </p:spPr>
      </p:pic>
      <p:pic>
        <p:nvPicPr>
          <p:cNvPr id="15" name="Slika 14" descr="Slika, ki vsebuje besede simbol, grafika, sličica, risanka&#10;&#10;Vsebina, ustvarjena z UI, morda ni pravilna.">
            <a:extLst>
              <a:ext uri="{FF2B5EF4-FFF2-40B4-BE49-F238E27FC236}">
                <a16:creationId xmlns:a16="http://schemas.microsoft.com/office/drawing/2014/main" id="{62F18316-5AC2-2F45-0AAA-A74427F946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3860" y="4718505"/>
            <a:ext cx="1633963" cy="1653571"/>
          </a:xfrm>
          <a:prstGeom prst="rect">
            <a:avLst/>
          </a:prstGeom>
        </p:spPr>
      </p:pic>
      <p:pic>
        <p:nvPicPr>
          <p:cNvPr id="17" name="Grafika 16">
            <a:extLst>
              <a:ext uri="{FF2B5EF4-FFF2-40B4-BE49-F238E27FC236}">
                <a16:creationId xmlns:a16="http://schemas.microsoft.com/office/drawing/2014/main" id="{C070D259-F4E6-60EC-A8F4-828FC200C6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5668" y="3791845"/>
            <a:ext cx="2853249" cy="108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67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sl-SI" dirty="0"/>
              <a:t>Funkcionalnost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0802" y="545272"/>
            <a:ext cx="8420100" cy="1780860"/>
          </a:xfrm>
        </p:spPr>
        <p:txBody>
          <a:bodyPr/>
          <a:lstStyle/>
          <a:p>
            <a:r>
              <a:rPr lang="sl-SI" dirty="0"/>
              <a:t>Registracija, prijava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Slika 3" descr="Slika, ki vsebuje besede posnetek zaslona, oblikovanje&#10;&#10;Vsebina, ustvarjena z UI, morda ni pravilna.">
            <a:extLst>
              <a:ext uri="{FF2B5EF4-FFF2-40B4-BE49-F238E27FC236}">
                <a16:creationId xmlns:a16="http://schemas.microsoft.com/office/drawing/2014/main" id="{83E467AB-34C9-A8FA-5371-DF76E41CE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631" y="2596077"/>
            <a:ext cx="4355889" cy="3632567"/>
          </a:xfrm>
          <a:prstGeom prst="rect">
            <a:avLst/>
          </a:prstGeom>
        </p:spPr>
      </p:pic>
      <p:pic>
        <p:nvPicPr>
          <p:cNvPr id="6" name="Slika 5" descr="Slika, ki vsebuje besede besedilo, posnetek zaslona, zelena, grafično oblikovanje&#10;&#10;Vsebina, ustvarjena z UI, morda ni pravilna.">
            <a:extLst>
              <a:ext uri="{FF2B5EF4-FFF2-40B4-BE49-F238E27FC236}">
                <a16:creationId xmlns:a16="http://schemas.microsoft.com/office/drawing/2014/main" id="{11219E29-4C41-AE6F-CE56-BA1BA50A8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7471" y="2619766"/>
            <a:ext cx="4313431" cy="360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sl-SI" dirty="0" err="1"/>
              <a:t>Domaca</a:t>
            </a:r>
            <a:r>
              <a:rPr lang="sl-SI" dirty="0"/>
              <a:t> stran</a:t>
            </a:r>
            <a:endParaRPr 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Slika 3" descr="Slika, ki vsebuje besede posnetek zaslona, besedilo, programska oprema, večpredstavnostna programska oprema&#10;&#10;Vsebina, ustvarjena z UI, morda ni pravilna.">
            <a:extLst>
              <a:ext uri="{FF2B5EF4-FFF2-40B4-BE49-F238E27FC236}">
                <a16:creationId xmlns:a16="http://schemas.microsoft.com/office/drawing/2014/main" id="{0ABD5FC3-2489-05AC-754F-2B9518199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2441262"/>
            <a:ext cx="7456932" cy="355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F7451-54E1-7777-85BB-4A6E41688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F8A72-DE8C-EDC0-8E68-3C5B8B8D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sl-SI" dirty="0"/>
              <a:t>MOJ PROFIL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25177E5-8EF4-2074-011B-A97D36A3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Slika 3" descr="Slika, ki vsebuje besede besedilo, posnetek zaslona, programska oprema, večpredstavnost&#10;&#10;Vsebina, ustvarjena z UI, morda ni pravilna.">
            <a:extLst>
              <a:ext uri="{FF2B5EF4-FFF2-40B4-BE49-F238E27FC236}">
                <a16:creationId xmlns:a16="http://schemas.microsoft.com/office/drawing/2014/main" id="{9AFA1D8B-3326-2D6B-A3F8-094D8413C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4" y="2992550"/>
            <a:ext cx="5013952" cy="2933889"/>
          </a:xfrm>
          <a:prstGeom prst="rect">
            <a:avLst/>
          </a:prstGeom>
        </p:spPr>
      </p:pic>
      <p:pic>
        <p:nvPicPr>
          <p:cNvPr id="6" name="Slika 5" descr="Slika, ki vsebuje besede besedilo, posnetek zaslona, programska oprema, večpredstavnost&#10;&#10;Vsebina, ustvarjena z UI, morda ni pravilna.">
            <a:extLst>
              <a:ext uri="{FF2B5EF4-FFF2-40B4-BE49-F238E27FC236}">
                <a16:creationId xmlns:a16="http://schemas.microsoft.com/office/drawing/2014/main" id="{1FAEDAB9-0BFE-9165-00BF-01D4BBF8D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41075"/>
            <a:ext cx="4928128" cy="2185364"/>
          </a:xfrm>
          <a:prstGeom prst="rect">
            <a:avLst/>
          </a:prstGeom>
        </p:spPr>
      </p:pic>
      <p:pic>
        <p:nvPicPr>
          <p:cNvPr id="9" name="Slika 8" descr="Slika, ki vsebuje besede posnetek zaslona, vrstica, besedilo&#10;&#10;Vsebina, ustvarjena z UI, morda ni pravilna.">
            <a:extLst>
              <a:ext uri="{FF2B5EF4-FFF2-40B4-BE49-F238E27FC236}">
                <a16:creationId xmlns:a16="http://schemas.microsoft.com/office/drawing/2014/main" id="{A7713E64-FCF5-C5CB-03FC-9A5A1E0ED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554347"/>
            <a:ext cx="4928128" cy="87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261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6BC2D-E35B-E3AE-5523-570E3A9A0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08E6E-7B3D-7A51-AC93-6674FF56F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sl-SI" dirty="0" err="1"/>
              <a:t>Boards</a:t>
            </a:r>
            <a:r>
              <a:rPr lang="sl-SI" dirty="0"/>
              <a:t> (Oglasne deske)</a:t>
            </a:r>
            <a:endParaRPr 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D0C3906C-1D68-1329-3ED9-6C8F6B6424C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Slika 3" descr="Slika, ki vsebuje besede posnetek zaslona, besedilo, večpredstavnostna programska oprema, programska oprema&#10;&#10;Vsebina, ustvarjena z UI, morda ni pravilna.">
            <a:extLst>
              <a:ext uri="{FF2B5EF4-FFF2-40B4-BE49-F238E27FC236}">
                <a16:creationId xmlns:a16="http://schemas.microsoft.com/office/drawing/2014/main" id="{91F924C6-3C02-E581-8C7C-DDC27009B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2516203"/>
            <a:ext cx="7737532" cy="3663604"/>
          </a:xfrm>
          <a:prstGeom prst="rect">
            <a:avLst/>
          </a:prstGeom>
        </p:spPr>
      </p:pic>
      <p:pic>
        <p:nvPicPr>
          <p:cNvPr id="6" name="Slika 5" descr="Slika, ki vsebuje besede besedilo, posnetek zaslona, pisava, oblikovanje&#10;&#10;Vsebina, ustvarjena z UI, morda ni pravilna.">
            <a:extLst>
              <a:ext uri="{FF2B5EF4-FFF2-40B4-BE49-F238E27FC236}">
                <a16:creationId xmlns:a16="http://schemas.microsoft.com/office/drawing/2014/main" id="{69817F72-A14A-786C-F842-C75E6ED1A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8484" y="1285650"/>
            <a:ext cx="1929732" cy="4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56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ABB86-11B2-10C1-393B-3F0F51B4F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36FDE-9829-D668-7635-3DE0131B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sl-SI" dirty="0" err="1"/>
              <a:t>Boards</a:t>
            </a:r>
            <a:r>
              <a:rPr lang="sl-SI" dirty="0"/>
              <a:t> (Oglasne deske)</a:t>
            </a:r>
            <a:endParaRPr 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66B2083D-3EBF-F407-B7B8-10D41FAD507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6BCCEDC3-574D-D794-A02D-32CBEC051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2510065"/>
            <a:ext cx="7965440" cy="3324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26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B1D7C-F9BA-35E4-A1DF-04AE0390A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F2B28-91A3-4CB2-FA45-7AEC06949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sl-SI" dirty="0"/>
              <a:t>POST / OBJAVA</a:t>
            </a:r>
            <a:endParaRPr 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3C737A24-4059-48C5-1E10-3C16B13DEC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Slika 3">
            <a:extLst>
              <a:ext uri="{FF2B5EF4-FFF2-40B4-BE49-F238E27FC236}">
                <a16:creationId xmlns:a16="http://schemas.microsoft.com/office/drawing/2014/main" id="{20FDBEA9-0EBA-9476-D268-FCB057569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2634173"/>
            <a:ext cx="4243495" cy="3248468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3B6768A3-2AAF-4C08-3A4D-711297395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9844" y="281170"/>
            <a:ext cx="4001058" cy="2353003"/>
          </a:xfrm>
          <a:prstGeom prst="rect">
            <a:avLst/>
          </a:prstGeom>
        </p:spPr>
      </p:pic>
      <p:pic>
        <p:nvPicPr>
          <p:cNvPr id="9" name="Slika 8" descr="Slika, ki vsebuje besede besedilo, posnetek zaslona, programska oprema, večpredstavnostna programska oprema&#10;&#10;Vsebina, ustvarjena z UI, morda ni pravilna.">
            <a:extLst>
              <a:ext uri="{FF2B5EF4-FFF2-40B4-BE49-F238E27FC236}">
                <a16:creationId xmlns:a16="http://schemas.microsoft.com/office/drawing/2014/main" id="{9883435D-F313-A1F7-8BA3-CB5BAC2D7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244" y="2895554"/>
            <a:ext cx="5068658" cy="316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212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E8D1C-DFE6-BC0A-D157-31E2E434D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AF4C-9FD0-8EF8-4C04-C0B825C59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sl-SI" dirty="0"/>
              <a:t>FRIENDS SECTION</a:t>
            </a:r>
            <a:endParaRPr 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F219261C-4B53-2F64-46DD-6A37CD9ECED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Slika 4" descr="Slika, ki vsebuje besede posnetek zaslona, besedilo, pisava, vrstica&#10;&#10;Vsebina, ustvarjena z UI, morda ni pravilna.">
            <a:extLst>
              <a:ext uri="{FF2B5EF4-FFF2-40B4-BE49-F238E27FC236}">
                <a16:creationId xmlns:a16="http://schemas.microsoft.com/office/drawing/2014/main" id="{1E86E1AB-C714-9E67-C556-A1EFB8103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936" y="2443025"/>
            <a:ext cx="6135896" cy="1153615"/>
          </a:xfrm>
          <a:prstGeom prst="rect">
            <a:avLst/>
          </a:prstGeom>
        </p:spPr>
      </p:pic>
      <p:pic>
        <p:nvPicPr>
          <p:cNvPr id="4" name="Slika 3" descr="Slika, ki vsebuje besede besedilo, posnetek zaslona, pisava&#10;&#10;Vsebina, ustvarjena z UI, morda ni pravilna.">
            <a:extLst>
              <a:ext uri="{FF2B5EF4-FFF2-40B4-BE49-F238E27FC236}">
                <a16:creationId xmlns:a16="http://schemas.microsoft.com/office/drawing/2014/main" id="{89AEA3DA-D2D0-713A-7F40-D64BB455A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936" y="3700004"/>
            <a:ext cx="6135896" cy="178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31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192"/>
            <a:ext cx="5655197" cy="1997867"/>
          </a:xfrm>
        </p:spPr>
        <p:txBody>
          <a:bodyPr anchor="b"/>
          <a:lstStyle/>
          <a:p>
            <a:r>
              <a:rPr lang="sl-SI" dirty="0"/>
              <a:t>povzetek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E1CF79-4FDC-8CAF-CC16-E309A2C49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05177"/>
            <a:ext cx="5733772" cy="448990"/>
          </a:xfrm>
        </p:spPr>
        <p:txBody>
          <a:bodyPr/>
          <a:lstStyle/>
          <a:p>
            <a:r>
              <a:rPr lang="sl-SI" dirty="0"/>
              <a:t>Problemi, pomanjkljivosti</a:t>
            </a:r>
            <a:endParaRPr lang="en-US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3154166"/>
            <a:ext cx="5733773" cy="3032733"/>
          </a:xfrm>
        </p:spPr>
        <p:txBody>
          <a:bodyPr>
            <a:noAutofit/>
          </a:bodyPr>
          <a:lstStyle/>
          <a:p>
            <a:r>
              <a:rPr lang="sl-SI" dirty="0" err="1"/>
              <a:t>Zacetna</a:t>
            </a:r>
            <a:r>
              <a:rPr lang="sl-SI" dirty="0"/>
              <a:t> zmeda</a:t>
            </a:r>
          </a:p>
          <a:p>
            <a:r>
              <a:rPr lang="sl-SI" dirty="0" err="1"/>
              <a:t>Pocitnice</a:t>
            </a:r>
            <a:endParaRPr lang="sl-SI" dirty="0"/>
          </a:p>
          <a:p>
            <a:r>
              <a:rPr lang="sl-SI" dirty="0" err="1"/>
              <a:t>Cas</a:t>
            </a:r>
            <a:endParaRPr lang="sl-SI" dirty="0"/>
          </a:p>
          <a:p>
            <a:r>
              <a:rPr lang="sl-SI" dirty="0"/>
              <a:t>Kolokviji</a:t>
            </a:r>
          </a:p>
          <a:p>
            <a:r>
              <a:rPr lang="sl-SI" dirty="0"/>
              <a:t>Obveznosti</a:t>
            </a:r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AE07A905-8B37-D13F-25D3-1D3BCDB86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87108" y="2705177"/>
            <a:ext cx="3943627" cy="448989"/>
          </a:xfrm>
        </p:spPr>
        <p:txBody>
          <a:bodyPr/>
          <a:lstStyle/>
          <a:p>
            <a:r>
              <a:rPr lang="sl-SI" dirty="0" err="1"/>
              <a:t>Koncni</a:t>
            </a:r>
            <a:r>
              <a:rPr lang="sl-SI" dirty="0"/>
              <a:t> vtisi</a:t>
            </a:r>
            <a:endParaRPr lang="en-US" dirty="0"/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4E9A764F-6B65-050E-E561-82F77339D16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887107" y="3164867"/>
            <a:ext cx="3943627" cy="303273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dirty="0"/>
              <a:t>Solidna ekipa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dirty="0"/>
              <a:t>Pomanjkljiva komunikacija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l-SI" dirty="0"/>
              <a:t>Samoiniciativnost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6553200" cy="1524735"/>
          </a:xfrm>
        </p:spPr>
        <p:txBody>
          <a:bodyPr/>
          <a:lstStyle/>
          <a:p>
            <a:r>
              <a:rPr lang="sl-SI" dirty="0"/>
              <a:t>HVALA ZA VAŠO POZORNOST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18006"/>
            <a:ext cx="4002593" cy="2850181"/>
          </a:xfrm>
        </p:spPr>
        <p:txBody>
          <a:bodyPr>
            <a:noAutofit/>
          </a:bodyPr>
          <a:lstStyle/>
          <a:p>
            <a:pPr fontAlgn="base"/>
            <a:r>
              <a:rPr lang="en-US" dirty="0"/>
              <a:t>Mark Sadnik, </a:t>
            </a:r>
            <a:r>
              <a:rPr lang="en-US" dirty="0" err="1"/>
              <a:t>vodja</a:t>
            </a:r>
            <a:endParaRPr lang="en-US" dirty="0"/>
          </a:p>
          <a:p>
            <a:pPr fontAlgn="base"/>
            <a:r>
              <a:rPr lang="en-US" dirty="0" err="1"/>
              <a:t>Žiga</a:t>
            </a:r>
            <a:r>
              <a:rPr lang="en-US" dirty="0"/>
              <a:t> Bošnjak</a:t>
            </a:r>
          </a:p>
          <a:p>
            <a:pPr fontAlgn="base"/>
            <a:r>
              <a:rPr lang="en-US" dirty="0"/>
              <a:t>Jan Breznik</a:t>
            </a:r>
          </a:p>
          <a:p>
            <a:pPr fontAlgn="base"/>
            <a:r>
              <a:rPr lang="en-US" dirty="0"/>
              <a:t>Elio </a:t>
            </a:r>
            <a:r>
              <a:rPr lang="en-US" dirty="0" err="1"/>
              <a:t>Štante</a:t>
            </a:r>
            <a:endParaRPr lang="en-US" dirty="0"/>
          </a:p>
          <a:p>
            <a:pPr fontAlgn="base"/>
            <a:r>
              <a:rPr lang="en-US" dirty="0"/>
              <a:t>Jaka Zorman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83841C8-2270-87B8-40E0-A20891476972}"/>
              </a:ext>
            </a:extLst>
          </p:cNvPr>
          <p:cNvSpPr txBox="1">
            <a:spLocks/>
          </p:cNvSpPr>
          <p:nvPr/>
        </p:nvSpPr>
        <p:spPr>
          <a:xfrm>
            <a:off x="8097297" y="3218005"/>
            <a:ext cx="4002593" cy="2850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dirty="0"/>
              <a:t>Jan </a:t>
            </a:r>
            <a:r>
              <a:rPr lang="en-US" dirty="0" err="1"/>
              <a:t>Kavcl</a:t>
            </a:r>
            <a:endParaRPr lang="sl-SI" dirty="0"/>
          </a:p>
          <a:p>
            <a:pPr fontAlgn="base"/>
            <a:r>
              <a:rPr lang="en-US" dirty="0"/>
              <a:t>Eva Kristina Balan</a:t>
            </a:r>
            <a:endParaRPr lang="sl-SI" dirty="0"/>
          </a:p>
          <a:p>
            <a:pPr fontAlgn="base"/>
            <a:r>
              <a:rPr lang="sl-SI" dirty="0"/>
              <a:t>Andrej Nemanič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4080F-2C1C-B6AD-B8AB-50E52DDF1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38A3-73B4-032E-C5BE-53FFDFBDA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 anchor="b">
            <a:normAutofit/>
          </a:bodyPr>
          <a:lstStyle/>
          <a:p>
            <a:r>
              <a:rPr lang="sl-SI" dirty="0" err="1"/>
              <a:t>Vprasanja</a:t>
            </a:r>
            <a:endParaRPr lang="en-US" dirty="0"/>
          </a:p>
        </p:txBody>
      </p:sp>
      <p:pic>
        <p:nvPicPr>
          <p:cNvPr id="5" name="Slika 4" descr="Slika, ki vsebuje besede grafika, sličica, ustvarjalnost&#10;&#10;Vsebina, ustvarjena z UI, morda ni pravilna.">
            <a:extLst>
              <a:ext uri="{FF2B5EF4-FFF2-40B4-BE49-F238E27FC236}">
                <a16:creationId xmlns:a16="http://schemas.microsoft.com/office/drawing/2014/main" id="{779E4B02-84F1-305C-4494-26B11303C1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19" r="29945" b="-2"/>
          <a:stretch>
            <a:fillRect/>
          </a:stretch>
        </p:blipFill>
        <p:spPr>
          <a:xfrm>
            <a:off x="20" y="-5080"/>
            <a:ext cx="657627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  <a:noFill/>
        </p:spPr>
      </p:pic>
      <p:sp>
        <p:nvSpPr>
          <p:cNvPr id="6" name="Slide Number Placeholder 5" hidden="1">
            <a:extLst>
              <a:ext uri="{FF2B5EF4-FFF2-40B4-BE49-F238E27FC236}">
                <a16:creationId xmlns:a16="http://schemas.microsoft.com/office/drawing/2014/main" id="{E7611238-8F4E-B5DA-6454-06A80EDE04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0144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{F26E6672-7DDA-4668-AD16-3D82604636DC}TF7521aafa-c748-4c40-a498-ba511be234dc5b1b6097_win32-5039330bb2f3</Template>
  <TotalTime>234</TotalTime>
  <Words>221</Words>
  <Application>Microsoft Office PowerPoint</Application>
  <PresentationFormat>Širokozaslonsko</PresentationFormat>
  <Paragraphs>97</Paragraphs>
  <Slides>20</Slides>
  <Notes>18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20</vt:i4>
      </vt:variant>
    </vt:vector>
  </HeadingPairs>
  <TitlesOfParts>
    <vt:vector size="24" baseType="lpstr">
      <vt:lpstr>Arial</vt:lpstr>
      <vt:lpstr>Calibri</vt:lpstr>
      <vt:lpstr>Tenorite</vt:lpstr>
      <vt:lpstr>Custom</vt:lpstr>
      <vt:lpstr>Projekt BITBUG  </vt:lpstr>
      <vt:lpstr>Kaj je bitbug</vt:lpstr>
      <vt:lpstr>Potek projekta</vt:lpstr>
      <vt:lpstr>ideje</vt:lpstr>
      <vt:lpstr>Nacin dela</vt:lpstr>
      <vt:lpstr>Beleženje napredka</vt:lpstr>
      <vt:lpstr>Uporabljene tehnologije</vt:lpstr>
      <vt:lpstr>Front end</vt:lpstr>
      <vt:lpstr>BACKENd</vt:lpstr>
      <vt:lpstr>Funkcionalnost</vt:lpstr>
      <vt:lpstr>Registracija, prijava</vt:lpstr>
      <vt:lpstr>Domaca stran</vt:lpstr>
      <vt:lpstr>MOJ PROFIL</vt:lpstr>
      <vt:lpstr>Boards (Oglasne deske)</vt:lpstr>
      <vt:lpstr>Boards (Oglasne deske)</vt:lpstr>
      <vt:lpstr>POST / OBJAVA</vt:lpstr>
      <vt:lpstr>FRIENDS SECTION</vt:lpstr>
      <vt:lpstr>povzetek</vt:lpstr>
      <vt:lpstr>HVALA ZA VAŠO POZORNOST</vt:lpstr>
      <vt:lpstr>Vprasanja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Sadnik</dc:creator>
  <cp:lastModifiedBy>Mark Sadnik</cp:lastModifiedBy>
  <cp:revision>30</cp:revision>
  <dcterms:created xsi:type="dcterms:W3CDTF">2026-01-13T13:20:13Z</dcterms:created>
  <dcterms:modified xsi:type="dcterms:W3CDTF">2026-01-13T17:37:45Z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