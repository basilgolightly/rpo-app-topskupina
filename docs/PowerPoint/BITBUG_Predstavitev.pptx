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256" r:id="rId5"/>
    <p:sldId id="257" r:id="rId6"/>
    <p:sldId id="278" r:id="rId7"/>
    <p:sldId id="258" r:id="rId8"/>
    <p:sldId id="287" r:id="rId9"/>
    <p:sldId id="288" r:id="rId10"/>
    <p:sldId id="290" r:id="rId11"/>
    <p:sldId id="289" r:id="rId12"/>
    <p:sldId id="291" r:id="rId13"/>
    <p:sldId id="280" r:id="rId14"/>
    <p:sldId id="281" r:id="rId15"/>
    <p:sldId id="282" r:id="rId16"/>
    <p:sldId id="292" r:id="rId17"/>
    <p:sldId id="293" r:id="rId18"/>
    <p:sldId id="294" r:id="rId19"/>
    <p:sldId id="296" r:id="rId20"/>
    <p:sldId id="295" r:id="rId21"/>
    <p:sldId id="284" r:id="rId22"/>
    <p:sldId id="271" r:id="rId23"/>
    <p:sldId id="286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898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0065" autoAdjust="0"/>
  </p:normalViewPr>
  <p:slideViewPr>
    <p:cSldViewPr snapToGrid="0">
      <p:cViewPr varScale="1">
        <p:scale>
          <a:sx n="75" d="100"/>
          <a:sy n="75" d="100"/>
        </p:scale>
        <p:origin x="931" y="58"/>
      </p:cViewPr>
      <p:guideLst/>
    </p:cSldViewPr>
  </p:slideViewPr>
  <p:outlineViewPr>
    <p:cViewPr>
      <p:scale>
        <a:sx n="33" d="100"/>
        <a:sy n="33" d="100"/>
      </p:scale>
      <p:origin x="0" y="-288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03" y="29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7F456E-01A6-4013-ACA5-F5492591A2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983A3-9B9B-4D61-97C9-B9E239A315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6F32FC-4BD9-442A-A8C6-51598C909FE3}" type="datetimeFigureOut">
              <a:rPr lang="en-US" smtClean="0"/>
              <a:t>1/13/2026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EABE74-7A97-4D17-8390-42ADD25C33C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C1DBD-1052-425E-BF3C-983304BED5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EEFA9E-C190-4F5C-8394-BD5F1CD55C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4801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6371FA-A98D-41E8-93F4-09945841298A}" type="datetimeFigureOut">
              <a:rPr lang="en-US" smtClean="0"/>
              <a:t>1/13/2026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289C57-55D7-40A4-A101-E74FAC7A09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9902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81288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04389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25226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39544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F6C1F-B988-B25D-F3F4-BD8A77694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5BDEDC-105C-DA79-E277-CC408C1EE0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D052A8-7154-3B2B-63FF-54D1C74FA4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75947D-BD15-7DEF-4A17-C54DFFC097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03832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39315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616F6-595B-AFB6-56C2-62CB129EA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053AB6-E00C-274C-9CC8-E6B36A79AC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FB8850-27D7-35F7-2D20-4841B07259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4E58E8-9C03-7ACC-F0CE-E0900677F5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20430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61440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53268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6593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E70D7-3733-A5B2-527C-5ADA99169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7138FC-409D-D660-2FC4-B48C5499C4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EE7621-5AD3-C9F7-9C99-83E31ED472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52A5F2-8152-A261-A7C6-788993E63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62607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0CBE6-48A0-EA91-1697-BB891B816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20264E-1FA2-E91A-94B1-6AE242587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F9F185-008E-B095-863A-6DAE82BA83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D7A6FE-E3AB-8171-D17D-B0EB0650F2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03670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9DF7C-BCB5-64B3-FDC7-5BC818B80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9946C4-CBA7-BEAD-787F-2F66273C22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DC0A69-E6BE-1569-9306-3B12438B83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14101-826F-484D-55E1-2B7A2F9BA9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361024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65EF3-0651-6B71-DE8C-35462E3BE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7FAC82-E226-1C4B-E22A-FB54471FE8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3006A3-C355-5CF6-D979-ECC598A1FC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0E283C-5C03-F65C-09EE-641640BCD6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00295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D453A-C0D2-F4C3-B214-649509A91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EB1AE7-C64A-2B06-2E29-9068DD79BA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127848-699A-5A2C-C687-0FC5BFE684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EEC9CC-8D4A-D883-C365-36E020EBF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577705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546547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26838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21E1D-8E0E-3DC7-16F0-E72B838D8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731122-8591-315A-409D-7A934EA14D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ADDE57-9516-9729-1B4D-A79BC0618E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230EE0-4347-4AA0-C1DF-DBD6507628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56803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slovni diapoziti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41918" y="3329790"/>
            <a:ext cx="4941771" cy="3200400"/>
          </a:xfrm>
        </p:spPr>
        <p:txBody>
          <a:bodyPr anchor="ctr">
            <a:noAutofit/>
          </a:bodyPr>
          <a:lstStyle>
            <a:lvl1pPr algn="l">
              <a:defRPr sz="3600" spc="150" baseline="0"/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826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514C6BF-376E-43E8-881D-2E76742699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28341" b="23071"/>
          <a:stretch/>
        </p:blipFill>
        <p:spPr>
          <a:xfrm>
            <a:off x="4229100" y="0"/>
            <a:ext cx="796290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500" y="1020445"/>
            <a:ext cx="2895600" cy="1325563"/>
          </a:xfrm>
        </p:spPr>
        <p:txBody>
          <a:bodyPr anchor="b">
            <a:normAutofit/>
          </a:bodyPr>
          <a:lstStyle>
            <a:lvl1pPr>
              <a:defRPr sz="28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500" y="2674013"/>
            <a:ext cx="2895600" cy="3269589"/>
          </a:xfrm>
        </p:spPr>
        <p:txBody>
          <a:bodyPr>
            <a:normAutofit/>
          </a:bodyPr>
          <a:lstStyle>
            <a:lvl1pPr marL="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124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018"/>
            <a:ext cx="4179570" cy="3377354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A96E214-6A61-C8A7-B1DB-C8C260C134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557818" cy="6858000"/>
            <a:chOff x="0" y="0"/>
            <a:chExt cx="4762501" cy="5186363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18BC1BC-99D6-D9F4-19F9-AAE722E2AE61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0" y="876300"/>
              <a:ext cx="4762500" cy="16287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816F797-248B-2C75-29B9-DB65A809D47B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2638425" y="0"/>
              <a:ext cx="2124076" cy="51863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82501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680"/>
            <a:ext cx="4179570" cy="337669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D8E94DD-0F7B-3F92-58EA-5F06D557BF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990667" y="0"/>
            <a:ext cx="1126278" cy="251229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19F5397-34DB-BC88-ADF5-AA470A06FE5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-5080"/>
            <a:ext cx="6576291" cy="6872605"/>
          </a:xfrm>
          <a:custGeom>
            <a:avLst/>
            <a:gdLst>
              <a:gd name="connsiteX0" fmla="*/ 0 w 6576291"/>
              <a:gd name="connsiteY0" fmla="*/ 0 h 6867525"/>
              <a:gd name="connsiteX1" fmla="*/ 6576291 w 6576291"/>
              <a:gd name="connsiteY1" fmla="*/ 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044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  <a:gd name="connsiteX0" fmla="*/ 0 w 6576291"/>
              <a:gd name="connsiteY0" fmla="*/ 0 h 6867525"/>
              <a:gd name="connsiteX1" fmla="*/ 3624811 w 6576291"/>
              <a:gd name="connsiteY1" fmla="*/ 1016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298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76291" h="6872605">
                <a:moveTo>
                  <a:pt x="0" y="5080"/>
                </a:moveTo>
                <a:lnTo>
                  <a:pt x="3629891" y="0"/>
                </a:lnTo>
                <a:lnTo>
                  <a:pt x="6576291" y="6872605"/>
                </a:lnTo>
                <a:lnTo>
                  <a:pt x="0" y="6872605"/>
                </a:lnTo>
                <a:lnTo>
                  <a:pt x="0" y="5080"/>
                </a:lnTo>
                <a:close/>
              </a:path>
            </a:pathLst>
          </a:custGeom>
        </p:spPr>
        <p:txBody>
          <a:bodyPr lIns="182880" tIns="182880" bIns="91440"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sl-SI"/>
              <a:t>Kliknite ikono, če želite dodati sliko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0186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2318" y="268360"/>
            <a:ext cx="7288282" cy="212117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EAC9D25F-5B3D-F5B2-5D02-C6BC6AA8987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322388" y="2763078"/>
            <a:ext cx="7288212" cy="340705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1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8E16CF1-2502-F2F0-2C27-2DD7979033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096374" y="-25401"/>
            <a:ext cx="3095625" cy="6883401"/>
            <a:chOff x="9096375" y="-25401"/>
            <a:chExt cx="3095625" cy="6883401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322A6FB-333C-65AE-23D8-08BCEA174D43}"/>
                </a:ext>
              </a:extLst>
            </p:cNvPr>
            <p:cNvCxnSpPr/>
            <p:nvPr userDrawn="1"/>
          </p:nvCxnSpPr>
          <p:spPr>
            <a:xfrm>
              <a:off x="9096375" y="1497012"/>
              <a:ext cx="30956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62BB247-4598-A983-DEBF-6F042C1DB0B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9381744" y="-25401"/>
              <a:ext cx="2810256" cy="688340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E84FEE-D475-A71D-7996-5925602ECF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-1" y="-25403"/>
            <a:ext cx="1210573" cy="20481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7459776D-4049-CB00-C321-0627C169B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EDE114AF-34C6-A062-7340-858BC27DA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735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06400"/>
            <a:ext cx="4179570" cy="345797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E045004-3604-59DC-13E0-7A0B2DF78C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329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955F7B05-9431-1FBA-415D-6CF2DF562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25785" y="0"/>
            <a:ext cx="4093633" cy="39123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568961"/>
            <a:ext cx="8420100" cy="1780860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97255"/>
            <a:ext cx="3924300" cy="464499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7FF22E3-5928-787E-B062-FA18127D3BD9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2933700" y="3251596"/>
            <a:ext cx="3943627" cy="3234264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97255"/>
            <a:ext cx="3943627" cy="464499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178E4D0B-96F1-45F3-6B2A-5FA31A37257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410173" y="3251595"/>
            <a:ext cx="3943627" cy="3234264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5F41582C-9AD2-F126-40F3-D43E77D15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96926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41F76B1-7BEF-7A88-1394-1164BFF08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0127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1120" y="558801"/>
            <a:ext cx="9953308" cy="1780860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A217F83-0BDB-C70B-29FE-2651DE191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429817" y="0"/>
            <a:ext cx="7762183" cy="2754814"/>
            <a:chOff x="7334250" y="0"/>
            <a:chExt cx="4857750" cy="1724025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0C62368-3F79-C078-7086-B23D2F5A09F8}"/>
                </a:ext>
              </a:extLst>
            </p:cNvPr>
            <p:cNvCxnSpPr/>
            <p:nvPr userDrawn="1"/>
          </p:nvCxnSpPr>
          <p:spPr>
            <a:xfrm flipH="1" flipV="1">
              <a:off x="7334250" y="0"/>
              <a:ext cx="485775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09BDD71-BF2E-BDB0-A625-D8371AEA1C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487150" y="0"/>
              <a:ext cx="704850" cy="172402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83354B96-CD25-BE1C-8CA2-3825F820B75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1120" y="2960877"/>
            <a:ext cx="2722880" cy="35128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CDD81865-54C7-7674-4B2E-041D05C1D146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1341120" y="3392035"/>
            <a:ext cx="2722880" cy="2907164"/>
          </a:xfrm>
        </p:spPr>
        <p:txBody>
          <a:bodyPr tIns="0">
            <a:normAutofit/>
          </a:bodyPr>
          <a:lstStyle>
            <a:lvl1pPr marL="283464" indent="-283464">
              <a:lnSpc>
                <a:spcPct val="100000"/>
              </a:lnSpc>
              <a:buFont typeface="+mj-lt"/>
              <a:buAutoNum type="arabicPeriod"/>
              <a:defRPr sz="1800" b="0" spc="50" baseline="0"/>
            </a:lvl1pPr>
            <a:lvl2pPr marL="566928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eriod"/>
              <a:defRPr sz="1800" spc="50" baseline="0"/>
            </a:lvl2pPr>
            <a:lvl3pPr marL="850392" indent="-342900">
              <a:lnSpc>
                <a:spcPct val="100000"/>
              </a:lnSpc>
              <a:spcBef>
                <a:spcPts val="1000"/>
              </a:spcBef>
              <a:buFont typeface="+mj-lt"/>
              <a:buAutoNum type="arabicParenR"/>
              <a:defRPr sz="1800" spc="50" baseline="0"/>
            </a:lvl3pPr>
            <a:lvl4pPr marL="1042416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arenR"/>
              <a:defRPr sz="1800" spc="50" baseline="0"/>
            </a:lvl4pPr>
            <a:lvl5pPr marL="1074420" indent="-400050">
              <a:lnSpc>
                <a:spcPct val="100000"/>
              </a:lnSpc>
              <a:spcBef>
                <a:spcPts val="1000"/>
              </a:spcBef>
              <a:buFont typeface="+mj-lt"/>
              <a:buAutoNum type="romanLcPeriod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F39BA57-7F1C-623F-BC7F-B689C5AC33EA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754881" y="2960877"/>
            <a:ext cx="5516880" cy="35128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94BF07A4-5A33-0B3C-A378-AB2435F1D5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754881" y="3324859"/>
            <a:ext cx="5506720" cy="3031489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63DC63A6-41FE-6C2D-9A53-0AE4A6DBF3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0B5130EC-B05B-5489-FBEC-DBEB6D1E737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0855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B2CC92D-F90A-CB67-4860-D6939AC29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3094182" y="0"/>
            <a:ext cx="1745673" cy="38977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4" y="1671639"/>
            <a:ext cx="5884027" cy="1204912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4C376638-5C5B-8E5B-0C26-8F63B98EA41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28230" y="-9144"/>
            <a:ext cx="5481955" cy="6876288"/>
          </a:xfrm>
          <a:custGeom>
            <a:avLst/>
            <a:gdLst>
              <a:gd name="connsiteX0" fmla="*/ 0 w 5476875"/>
              <a:gd name="connsiteY0" fmla="*/ 0 h 6858000"/>
              <a:gd name="connsiteX1" fmla="*/ 547687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0 w 5476875"/>
              <a:gd name="connsiteY0" fmla="*/ 0 h 6858000"/>
              <a:gd name="connsiteX1" fmla="*/ 252031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5080 w 5481955"/>
              <a:gd name="connsiteY0" fmla="*/ 0 h 6858000"/>
              <a:gd name="connsiteX1" fmla="*/ 2525395 w 5481955"/>
              <a:gd name="connsiteY1" fmla="*/ 0 h 6858000"/>
              <a:gd name="connsiteX2" fmla="*/ 5481955 w 5481955"/>
              <a:gd name="connsiteY2" fmla="*/ 6858000 h 6858000"/>
              <a:gd name="connsiteX3" fmla="*/ 5080 w 5481955"/>
              <a:gd name="connsiteY3" fmla="*/ 6858000 h 6858000"/>
              <a:gd name="connsiteX4" fmla="*/ 0 w 5481955"/>
              <a:gd name="connsiteY4" fmla="*/ 4805680 h 6858000"/>
              <a:gd name="connsiteX5" fmla="*/ 5080 w 5481955"/>
              <a:gd name="connsiteY5" fmla="*/ 0 h 685800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81955" h="6863080">
                <a:moveTo>
                  <a:pt x="5080" y="0"/>
                </a:moveTo>
                <a:lnTo>
                  <a:pt x="2525395" y="0"/>
                </a:lnTo>
                <a:lnTo>
                  <a:pt x="5481955" y="6858000"/>
                </a:lnTo>
                <a:lnTo>
                  <a:pt x="899160" y="6863080"/>
                </a:lnTo>
                <a:cubicBezTo>
                  <a:pt x="506307" y="5933440"/>
                  <a:pt x="413173" y="5720080"/>
                  <a:pt x="0" y="4759960"/>
                </a:cubicBezTo>
                <a:cubicBezTo>
                  <a:pt x="1693" y="3158067"/>
                  <a:pt x="3387" y="1601893"/>
                  <a:pt x="5080" y="0"/>
                </a:cubicBezTo>
                <a:close/>
              </a:path>
            </a:pathLst>
          </a:custGeom>
        </p:spPr>
        <p:txBody>
          <a:bodyPr lIns="274320" tIns="91440" bIns="91440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</a:lstStyle>
          <a:p>
            <a:r>
              <a:rPr lang="sl-SI"/>
              <a:t>Kliknite ikono, če želite dodati sliko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4569D00-2037-2A8D-943B-22FAC1C0B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25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75967A9D-0B53-4F3F-0872-495C23A33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643B0E9A-A777-8745-6A36-0A79CB5E036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5453725" y="3660774"/>
            <a:ext cx="5907176" cy="2536826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17780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1" y="895350"/>
            <a:ext cx="3247662" cy="1917700"/>
          </a:xfrm>
        </p:spPr>
        <p:txBody>
          <a:bodyPr>
            <a:normAutofit/>
          </a:bodyPr>
          <a:lstStyle>
            <a:lvl1pPr algn="l">
              <a:defRPr lang="en-US" sz="24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A14C3057-3BCC-F9A2-98D8-17DDB36F1823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38200" y="2813049"/>
            <a:ext cx="3247662" cy="3238499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4216396" y="895927"/>
            <a:ext cx="7137404" cy="5115889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sl-SI"/>
              <a:t>Kliknite ikono, če želite dodati tabelo</a:t>
            </a:r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F91997C-538B-C8B9-14D7-31A1932F6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1615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1F777EF4-982E-9337-7E82-31DC723C1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34303BA-AFB6-0E22-486F-785994E3B7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327564" cy="1505528"/>
            <a:chOff x="0" y="0"/>
            <a:chExt cx="2238376" cy="310515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66E3A08-02EB-7B54-5089-E7A7F19FD725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1238250" cy="310515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14F9BE5-00B2-ADDF-771C-AB098B36C82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2238376" cy="24765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280816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ve vsebini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37192"/>
            <a:ext cx="5655197" cy="199786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2705177"/>
            <a:ext cx="5733772" cy="448990"/>
          </a:xfrm>
        </p:spPr>
        <p:txBody>
          <a:bodyPr anchor="ctr">
            <a:no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8199" y="3154166"/>
            <a:ext cx="5733773" cy="3032733"/>
          </a:xfrm>
        </p:spPr>
        <p:txBody>
          <a:bodyPr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1pPr>
            <a:lvl2pPr marL="7429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887108" y="2705177"/>
            <a:ext cx="3943627" cy="448989"/>
          </a:xfrm>
        </p:spPr>
        <p:txBody>
          <a:bodyPr anchor="ctr">
            <a:no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120DFF5-B64A-9744-4500-1D7BBA19BF1C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887107" y="3164867"/>
            <a:ext cx="3943627" cy="3032733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986" y="6356350"/>
            <a:ext cx="411480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E0588715-35AD-8BE1-A5FC-E28BDD385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645" t="319" r="28732" b="73496"/>
          <a:stretch/>
        </p:blipFill>
        <p:spPr>
          <a:xfrm rot="10800000" flipH="1">
            <a:off x="6308436" y="-11"/>
            <a:ext cx="5883564" cy="2366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4519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544E9C70-0200-3C21-7766-CB9EA5FBFA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590800" cy="1027906"/>
            <a:chOff x="0" y="0"/>
            <a:chExt cx="2590800" cy="1027906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D5E4B16-2071-DEE9-BE53-F35AFBEFCA57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0"/>
              <a:ext cx="259080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CB2B071-0355-D550-18A8-9D515CA16987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704850" cy="10279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53550"/>
            <a:ext cx="10515600" cy="1325563"/>
          </a:xfrm>
        </p:spPr>
        <p:txBody>
          <a:bodyPr anchor="b"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838200" y="2111381"/>
            <a:ext cx="10515600" cy="3570963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sl-SI"/>
              <a:t>Kliknite ikono, če želite dodati tabelo</a:t>
            </a:r>
            <a:endParaRPr lang="en-US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B554B2-4C33-2975-9F27-94B8AE71D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3C6776-E983-2BA3-1054-75996FE0F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06800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67200" y="3238103"/>
            <a:ext cx="4179570" cy="2850181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800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D3361C9-310A-4255-A94E-B77588962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356350"/>
            <a:ext cx="417957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1140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l-SI"/>
              <a:t>Kliknite, če želite urediti slog naslova matrice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9061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9" r:id="rId3"/>
    <p:sldLayoutId id="2147483670" r:id="rId4"/>
    <p:sldLayoutId id="2147483651" r:id="rId5"/>
    <p:sldLayoutId id="2147483671" r:id="rId6"/>
    <p:sldLayoutId id="2147483672" r:id="rId7"/>
    <p:sldLayoutId id="2147483673" r:id="rId8"/>
    <p:sldLayoutId id="2147483664" r:id="rId9"/>
    <p:sldLayoutId id="2147483674" r:id="rId10"/>
    <p:sldLayoutId id="2147483653" r:id="rId11"/>
    <p:sldLayoutId id="2147483667" r:id="rId12"/>
    <p:sldLayoutId id="2147483665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1.png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sv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8.png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75451-6A4B-484B-9ED1-353CCE25B0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72649" y="3246120"/>
            <a:ext cx="4495209" cy="2911197"/>
          </a:xfrm>
        </p:spPr>
        <p:txBody>
          <a:bodyPr anchor="ctr"/>
          <a:lstStyle/>
          <a:p>
            <a:r>
              <a:rPr lang="sl-SI" sz="4000" dirty="0"/>
              <a:t>Projekt BITBUG </a:t>
            </a:r>
            <a:br>
              <a:rPr lang="sl-SI" dirty="0"/>
            </a:br>
            <a:endParaRPr lang="en-US" sz="1400" dirty="0"/>
          </a:p>
        </p:txBody>
      </p:sp>
      <p:pic>
        <p:nvPicPr>
          <p:cNvPr id="6" name="Slika 5" descr="Slika, ki vsebuje besede nevretenčar, žuželka, hrošč&#10;&#10;Vsebina, ustvarjena z UI, morda ni pravilna.">
            <a:extLst>
              <a:ext uri="{FF2B5EF4-FFF2-40B4-BE49-F238E27FC236}">
                <a16:creationId xmlns:a16="http://schemas.microsoft.com/office/drawing/2014/main" id="{4123C78C-D39B-FE1C-3BC5-54A186BED9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578" y="5016678"/>
            <a:ext cx="3129280" cy="1564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058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F5859-10C9-4588-9727-B9362E26C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500" y="929188"/>
            <a:ext cx="2895600" cy="1325563"/>
          </a:xfrm>
        </p:spPr>
        <p:txBody>
          <a:bodyPr/>
          <a:lstStyle/>
          <a:p>
            <a:r>
              <a:rPr lang="sl-SI" dirty="0"/>
              <a:t>Kaj je </a:t>
            </a:r>
            <a:r>
              <a:rPr lang="sl-SI" dirty="0" err="1"/>
              <a:t>bitbug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71D7E5-EF66-4BCD-8DAA-E9061157F0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500" y="2722116"/>
            <a:ext cx="2895600" cy="3269589"/>
          </a:xfrm>
        </p:spPr>
        <p:txBody>
          <a:bodyPr>
            <a:normAutofit/>
          </a:bodyPr>
          <a:lstStyle/>
          <a:p>
            <a:r>
              <a:rPr lang="sl-SI" dirty="0"/>
              <a:t>Aplikacija za deljenje tekstovnih in datotečnih vsebin</a:t>
            </a:r>
          </a:p>
          <a:p>
            <a:r>
              <a:rPr lang="sl-SI" dirty="0"/>
              <a:t>Deljenje vsebin preko oglasnih desk (</a:t>
            </a:r>
            <a:r>
              <a:rPr lang="sl-SI" dirty="0" err="1"/>
              <a:t>boards</a:t>
            </a:r>
            <a:r>
              <a:rPr lang="sl-SI" dirty="0"/>
              <a:t>)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02A8827-B1A1-2D2F-D6DD-E886B886C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32195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8DBD1-DB29-D44F-FD5A-3071BB37EF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487018"/>
            <a:ext cx="4179570" cy="3377354"/>
          </a:xfrm>
        </p:spPr>
        <p:txBody>
          <a:bodyPr/>
          <a:lstStyle/>
          <a:p>
            <a:r>
              <a:rPr lang="sl-SI" dirty="0"/>
              <a:t>Potek projekta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87961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2731C-311B-46F7-A865-6C3AF6B09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2121177"/>
          </a:xfrm>
        </p:spPr>
        <p:txBody>
          <a:bodyPr/>
          <a:lstStyle/>
          <a:p>
            <a:r>
              <a:rPr lang="sl-SI" dirty="0"/>
              <a:t>ideje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5232F9-FD00-464A-9F17-619C91AEF8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22388" y="2764938"/>
            <a:ext cx="7288212" cy="3407051"/>
          </a:xfrm>
        </p:spPr>
        <p:txBody>
          <a:bodyPr>
            <a:normAutofit/>
          </a:bodyPr>
          <a:lstStyle/>
          <a:p>
            <a:endParaRPr lang="en-US" dirty="0"/>
          </a:p>
          <a:p>
            <a:pPr lvl="1"/>
            <a:r>
              <a:rPr lang="sl-SI" dirty="0"/>
              <a:t>2 ideje:</a:t>
            </a:r>
          </a:p>
          <a:p>
            <a:pPr marL="624078" lvl="2" indent="-342900">
              <a:buFont typeface="+mj-lt"/>
              <a:buAutoNum type="arabicPeriod"/>
            </a:pPr>
            <a:r>
              <a:rPr lang="sl-SI" dirty="0"/>
              <a:t>Igrica oz. platforma za igranje iger (npr. igre123)</a:t>
            </a:r>
          </a:p>
          <a:p>
            <a:pPr marL="624078" lvl="2" indent="-342900">
              <a:buFont typeface="+mj-lt"/>
              <a:buAutoNum type="arabicPeriod"/>
            </a:pPr>
            <a:r>
              <a:rPr lang="sl-SI" dirty="0"/>
              <a:t>Platforma za deljenje medijskih vsebin</a:t>
            </a:r>
          </a:p>
          <a:p>
            <a:pPr marL="285750" lvl="1"/>
            <a:r>
              <a:rPr lang="sl-SI" dirty="0"/>
              <a:t> Ideje za ime in logotip,</a:t>
            </a:r>
          </a:p>
          <a:p>
            <a:pPr marL="569214" lvl="2"/>
            <a:r>
              <a:rPr lang="sl-SI" dirty="0"/>
              <a:t>Pace, Ščurek, </a:t>
            </a:r>
            <a:r>
              <a:rPr lang="sl-SI" dirty="0" err="1"/>
              <a:t>Filebug</a:t>
            </a:r>
            <a:r>
              <a:rPr lang="sl-SI" dirty="0"/>
              <a:t>, </a:t>
            </a:r>
            <a:r>
              <a:rPr lang="sl-SI" dirty="0" err="1"/>
              <a:t>Roach</a:t>
            </a:r>
            <a:r>
              <a:rPr lang="sl-SI" dirty="0"/>
              <a:t>, </a:t>
            </a:r>
            <a:r>
              <a:rPr lang="sl-SI" dirty="0" err="1"/>
              <a:t>FileRoach</a:t>
            </a:r>
            <a:r>
              <a:rPr lang="sl-SI" dirty="0"/>
              <a:t>, </a:t>
            </a:r>
            <a:r>
              <a:rPr lang="sl-SI" dirty="0" err="1"/>
              <a:t>ByteRoach</a:t>
            </a:r>
            <a:r>
              <a:rPr lang="sl-SI" dirty="0"/>
              <a:t>, </a:t>
            </a:r>
            <a:r>
              <a:rPr lang="sl-SI" dirty="0" err="1"/>
              <a:t>BitRoach</a:t>
            </a:r>
            <a:r>
              <a:rPr lang="sl-SI" dirty="0"/>
              <a:t>, </a:t>
            </a:r>
            <a:r>
              <a:rPr lang="sl-SI" dirty="0" err="1"/>
              <a:t>Scur</a:t>
            </a:r>
            <a:r>
              <a:rPr lang="sl-SI" dirty="0"/>
              <a:t>, </a:t>
            </a:r>
            <a:r>
              <a:rPr lang="sl-SI" dirty="0" err="1"/>
              <a:t>StackRoach</a:t>
            </a:r>
            <a:r>
              <a:rPr lang="sl-SI" dirty="0"/>
              <a:t>, </a:t>
            </a:r>
            <a:r>
              <a:rPr lang="sl-SI" dirty="0" err="1"/>
              <a:t>Piston</a:t>
            </a:r>
            <a:r>
              <a:rPr lang="sl-SI" dirty="0"/>
              <a:t>, </a:t>
            </a:r>
            <a:r>
              <a:rPr lang="sl-SI" b="1" dirty="0" err="1"/>
              <a:t>BitBug</a:t>
            </a:r>
            <a:endParaRPr lang="sl-SI" b="1" dirty="0"/>
          </a:p>
          <a:p>
            <a:pPr marL="569214" lvl="2"/>
            <a:r>
              <a:rPr lang="sl-SI" dirty="0"/>
              <a:t>Motivi insekta, batov</a:t>
            </a:r>
          </a:p>
          <a:p>
            <a:pPr marL="569214" lvl="2"/>
            <a:endParaRPr lang="sl-SI" b="1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CE635A2-70B8-3EAB-6A18-952B02EBA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E9062D9-3C8F-1E94-85FF-93F45D2558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28681" y="351187"/>
            <a:ext cx="1714500" cy="2038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3C46777-FECA-2C40-5F56-FB53544A22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5553" y="367339"/>
            <a:ext cx="1820893" cy="20221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60635069-62E7-BFCD-C571-46DBB96024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5395" y="351187"/>
            <a:ext cx="3467577" cy="13619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15163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04681-5316-8F63-1685-2939813AA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6C36E-F5CB-538D-D698-63F6DB5DC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2121177"/>
          </a:xfrm>
        </p:spPr>
        <p:txBody>
          <a:bodyPr/>
          <a:lstStyle/>
          <a:p>
            <a:r>
              <a:rPr lang="sl-SI" dirty="0" err="1"/>
              <a:t>Nacin</a:t>
            </a:r>
            <a:r>
              <a:rPr lang="sl-SI" dirty="0"/>
              <a:t> dela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58AC91-D86B-FAB1-9C69-580D5E2F74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22388" y="2764938"/>
            <a:ext cx="7288212" cy="3407051"/>
          </a:xfrm>
        </p:spPr>
        <p:txBody>
          <a:bodyPr>
            <a:normAutofit/>
          </a:bodyPr>
          <a:lstStyle/>
          <a:p>
            <a:pPr lvl="1"/>
            <a:r>
              <a:rPr lang="sl-SI" dirty="0"/>
              <a:t>Postavi se specifikacija</a:t>
            </a:r>
          </a:p>
          <a:p>
            <a:pPr lvl="2"/>
            <a:r>
              <a:rPr lang="sl-SI" dirty="0"/>
              <a:t>Oceni potrebne funkcionalnosti</a:t>
            </a:r>
          </a:p>
          <a:p>
            <a:pPr lvl="2"/>
            <a:r>
              <a:rPr lang="sl-SI" dirty="0"/>
              <a:t>Prosta izbira dela</a:t>
            </a:r>
          </a:p>
          <a:p>
            <a:pPr lvl="3"/>
            <a:r>
              <a:rPr lang="sl-SI" dirty="0"/>
              <a:t>Delegacija v primeru nesodelovanja</a:t>
            </a:r>
            <a:endParaRPr lang="sl-SI" b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l-SI" b="0" dirty="0"/>
              <a:t>Tedenski sestanki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l-SI" b="0" dirty="0"/>
              <a:t>Komunikacija preko </a:t>
            </a:r>
            <a:r>
              <a:rPr lang="sl-SI" b="0" dirty="0" err="1"/>
              <a:t>Discord</a:t>
            </a:r>
            <a:endParaRPr lang="en-US" b="0" dirty="0"/>
          </a:p>
          <a:p>
            <a:pPr lvl="3"/>
            <a:endParaRPr lang="sl-SI" dirty="0"/>
          </a:p>
          <a:p>
            <a:pPr marL="569214" lvl="2"/>
            <a:endParaRPr lang="sl-SI" b="1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4D8CFCF-9B7F-349B-DBA5-39CBBB0C4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5" name="Slika 4" descr="Slika, ki vsebuje besede grafika, logotip, pisava, oblikovanje&#10;&#10;Vsebina, ustvarjena z UI, morda ni pravilna.">
            <a:extLst>
              <a:ext uri="{FF2B5EF4-FFF2-40B4-BE49-F238E27FC236}">
                <a16:creationId xmlns:a16="http://schemas.microsoft.com/office/drawing/2014/main" id="{8E9C4B7B-3CC8-29A4-5C01-C2BFE665E2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640" y="2422493"/>
            <a:ext cx="3637280" cy="2045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23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7C7C22B1-6C58-BBA3-EA93-B084B66C2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 dirty="0"/>
              <a:t>Beleženje napredka</a:t>
            </a:r>
            <a:endParaRPr lang="en-US" dirty="0"/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77234AB9-F5B8-2CF9-DB28-0A685C90D77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sl-SI" b="0" dirty="0" err="1"/>
              <a:t>Trello</a:t>
            </a:r>
            <a:r>
              <a:rPr lang="sl-SI" b="0" dirty="0"/>
              <a:t> – napredek dela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l-SI" b="0" dirty="0"/>
              <a:t>GitHub – hranjenje kode, </a:t>
            </a:r>
            <a:r>
              <a:rPr lang="sl-SI" b="0" dirty="0" err="1"/>
              <a:t>verzioniranje</a:t>
            </a:r>
            <a:endParaRPr lang="en-US" b="0" dirty="0"/>
          </a:p>
        </p:txBody>
      </p:sp>
      <p:sp>
        <p:nvSpPr>
          <p:cNvPr id="4" name="Označba mesta številke diapozitiva 3">
            <a:extLst>
              <a:ext uri="{FF2B5EF4-FFF2-40B4-BE49-F238E27FC236}">
                <a16:creationId xmlns:a16="http://schemas.microsoft.com/office/drawing/2014/main" id="{DE7011EF-D5B3-4CAD-2866-DF947BA3A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6" name="Slika 5" descr="Slika, ki vsebuje besede logotip, električno modra, posnetek zaslona, simbol&#10;&#10;Vsebina, ustvarjena z UI, morda ni pravilna.">
            <a:extLst>
              <a:ext uri="{FF2B5EF4-FFF2-40B4-BE49-F238E27FC236}">
                <a16:creationId xmlns:a16="http://schemas.microsoft.com/office/drawing/2014/main" id="{D2D96590-CBA8-D204-BC27-CFEBEDBBB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6858" y="3873969"/>
            <a:ext cx="1833880" cy="1833880"/>
          </a:xfrm>
          <a:prstGeom prst="rect">
            <a:avLst/>
          </a:prstGeom>
        </p:spPr>
      </p:pic>
      <p:pic>
        <p:nvPicPr>
          <p:cNvPr id="8" name="Grafika 7">
            <a:extLst>
              <a:ext uri="{FF2B5EF4-FFF2-40B4-BE49-F238E27FC236}">
                <a16:creationId xmlns:a16="http://schemas.microsoft.com/office/drawing/2014/main" id="{7257C4B2-A32D-B63B-F780-73497C36C0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22318" y="3873969"/>
            <a:ext cx="1759198" cy="1759198"/>
          </a:xfrm>
          <a:prstGeom prst="rect">
            <a:avLst/>
          </a:prstGeom>
        </p:spPr>
      </p:pic>
      <p:pic>
        <p:nvPicPr>
          <p:cNvPr id="10" name="Slika 9" descr="Slika, ki vsebuje besede posnetek zaslona, besedilo, večpredstavnostna programska oprema, programska oprema&#10;&#10;Vsebina, ustvarjena z UI, morda ni pravilna.">
            <a:extLst>
              <a:ext uri="{FF2B5EF4-FFF2-40B4-BE49-F238E27FC236}">
                <a16:creationId xmlns:a16="http://schemas.microsoft.com/office/drawing/2014/main" id="{E0CCE049-3686-20E4-8D43-03218EFDF6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0554" y="1943817"/>
            <a:ext cx="3636876" cy="1638522"/>
          </a:xfrm>
          <a:prstGeom prst="rect">
            <a:avLst/>
          </a:prstGeom>
        </p:spPr>
      </p:pic>
      <p:pic>
        <p:nvPicPr>
          <p:cNvPr id="12" name="Slika 11" descr="Slika, ki vsebuje besede besedilo, posnetek zaslona, programska oprema, diagram&#10;&#10;Vsebina, ustvarjena z UI, morda ni pravilna.">
            <a:extLst>
              <a:ext uri="{FF2B5EF4-FFF2-40B4-BE49-F238E27FC236}">
                <a16:creationId xmlns:a16="http://schemas.microsoft.com/office/drawing/2014/main" id="{64F51AB9-A742-4A2E-8A33-F9A825D94F1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66080" y="3897704"/>
            <a:ext cx="3799840" cy="1862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1621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54BE8-172A-6F45-93C6-C4C977736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658CE-CD5A-A23D-EA6A-E8ADCB303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487018"/>
            <a:ext cx="4179570" cy="3377354"/>
          </a:xfrm>
        </p:spPr>
        <p:txBody>
          <a:bodyPr/>
          <a:lstStyle/>
          <a:p>
            <a:r>
              <a:rPr lang="sl-SI" dirty="0"/>
              <a:t>Uporabljene tehnologije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644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659ABF82-8E90-020B-77E1-DA6E43554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 dirty="0"/>
              <a:t>Front </a:t>
            </a:r>
            <a:r>
              <a:rPr lang="sl-SI" dirty="0" err="1"/>
              <a:t>end</a:t>
            </a:r>
            <a:endParaRPr lang="en-US" dirty="0"/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ABA0DE57-4D67-9C93-E448-1B5C116406B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sl-SI" dirty="0"/>
              <a:t>HTML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l-SI" dirty="0"/>
              <a:t>CSS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l-SI" dirty="0"/>
              <a:t>JAVASCRIPT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Označba mesta številke diapozitiva 3">
            <a:extLst>
              <a:ext uri="{FF2B5EF4-FFF2-40B4-BE49-F238E27FC236}">
                <a16:creationId xmlns:a16="http://schemas.microsoft.com/office/drawing/2014/main" id="{F9472FA1-C67C-4F2E-5C64-E77BFB540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8" name="Slika 7" descr="Slika, ki vsebuje besede logotip, simbol, pravokotnik, oblikovanje&#10;&#10;Vsebina, ustvarjena z UI, morda ni pravilna.">
            <a:extLst>
              <a:ext uri="{FF2B5EF4-FFF2-40B4-BE49-F238E27FC236}">
                <a16:creationId xmlns:a16="http://schemas.microsoft.com/office/drawing/2014/main" id="{2EA66F10-CB6F-3EF7-8813-5FE53EF534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154" y="2497772"/>
            <a:ext cx="5628926" cy="3122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1634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2B1D9-F517-29D9-501E-7A80C623B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8C4B7125-4B75-E286-5D1F-08581534C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 dirty="0" err="1"/>
              <a:t>BACKENd</a:t>
            </a:r>
            <a:endParaRPr lang="en-US" dirty="0"/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98A75FBF-0257-E28D-865A-F7FF7E739F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sl-SI" dirty="0"/>
              <a:t>PHP</a:t>
            </a:r>
          </a:p>
          <a:p>
            <a:pPr marL="569214" lvl="1"/>
            <a:r>
              <a:rPr lang="sl-SI" dirty="0" err="1"/>
              <a:t>Apache</a:t>
            </a:r>
            <a:endParaRPr lang="sl-SI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l-SI" dirty="0"/>
              <a:t>SQL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l-SI" dirty="0"/>
              <a:t>MARIA DB</a:t>
            </a:r>
          </a:p>
          <a:p>
            <a:pPr marL="569214" lvl="1"/>
            <a:r>
              <a:rPr lang="sl-SI" dirty="0" err="1"/>
              <a:t>Phpmyadmin</a:t>
            </a:r>
            <a:r>
              <a:rPr lang="sl-SI" dirty="0"/>
              <a:t> SUPB</a:t>
            </a:r>
          </a:p>
          <a:p>
            <a:endParaRPr lang="en-US" dirty="0"/>
          </a:p>
        </p:txBody>
      </p:sp>
      <p:sp>
        <p:nvSpPr>
          <p:cNvPr id="4" name="Označba mesta številke diapozitiva 3">
            <a:extLst>
              <a:ext uri="{FF2B5EF4-FFF2-40B4-BE49-F238E27FC236}">
                <a16:creationId xmlns:a16="http://schemas.microsoft.com/office/drawing/2014/main" id="{34B160AE-6617-1538-7A10-043ECB117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6" name="Slika 5" descr="Slika, ki vsebuje besede krog, logotip, simbol, pisava&#10;&#10;Vsebina, ustvarjena z UI, morda ni pravilna.">
            <a:extLst>
              <a:ext uri="{FF2B5EF4-FFF2-40B4-BE49-F238E27FC236}">
                <a16:creationId xmlns:a16="http://schemas.microsoft.com/office/drawing/2014/main" id="{C4C96BF0-78E8-E691-1DAF-DCCA21F4B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842" y="679472"/>
            <a:ext cx="2606040" cy="1406854"/>
          </a:xfrm>
          <a:prstGeom prst="rect">
            <a:avLst/>
          </a:prstGeom>
        </p:spPr>
      </p:pic>
      <p:pic>
        <p:nvPicPr>
          <p:cNvPr id="9" name="Slika 8" descr="Slika, ki vsebuje besede morski sesalec&#10;&#10;Vsebina, ustvarjena z UI, morda ni pravilna.">
            <a:extLst>
              <a:ext uri="{FF2B5EF4-FFF2-40B4-BE49-F238E27FC236}">
                <a16:creationId xmlns:a16="http://schemas.microsoft.com/office/drawing/2014/main" id="{B78320D0-BFF6-BA88-EC4E-65F78B1DE2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1395765"/>
            <a:ext cx="1987544" cy="1987544"/>
          </a:xfrm>
          <a:prstGeom prst="rect">
            <a:avLst/>
          </a:prstGeom>
        </p:spPr>
      </p:pic>
      <p:pic>
        <p:nvPicPr>
          <p:cNvPr id="13" name="Grafika 12">
            <a:extLst>
              <a:ext uri="{FF2B5EF4-FFF2-40B4-BE49-F238E27FC236}">
                <a16:creationId xmlns:a16="http://schemas.microsoft.com/office/drawing/2014/main" id="{F2378006-CBDD-83C8-99A8-C2116DF221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44380" y="2214011"/>
            <a:ext cx="3279482" cy="1827742"/>
          </a:xfrm>
          <a:prstGeom prst="rect">
            <a:avLst/>
          </a:prstGeom>
        </p:spPr>
      </p:pic>
      <p:pic>
        <p:nvPicPr>
          <p:cNvPr id="15" name="Slika 14" descr="Slika, ki vsebuje besede simbol, grafika, sličica, risanka&#10;&#10;Vsebina, ustvarjena z UI, morda ni pravilna.">
            <a:extLst>
              <a:ext uri="{FF2B5EF4-FFF2-40B4-BE49-F238E27FC236}">
                <a16:creationId xmlns:a16="http://schemas.microsoft.com/office/drawing/2014/main" id="{62F18316-5AC2-2F45-0AAA-A74427F946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03860" y="4718505"/>
            <a:ext cx="1633963" cy="1653571"/>
          </a:xfrm>
          <a:prstGeom prst="rect">
            <a:avLst/>
          </a:prstGeom>
        </p:spPr>
      </p:pic>
      <p:pic>
        <p:nvPicPr>
          <p:cNvPr id="17" name="Grafika 16">
            <a:extLst>
              <a:ext uri="{FF2B5EF4-FFF2-40B4-BE49-F238E27FC236}">
                <a16:creationId xmlns:a16="http://schemas.microsoft.com/office/drawing/2014/main" id="{C070D259-F4E6-60EC-A8F4-828FC200C69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255668" y="3791845"/>
            <a:ext cx="2853249" cy="1086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9679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C97BE-403B-122E-90D1-2788978A0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406400"/>
            <a:ext cx="4179570" cy="3457971"/>
          </a:xfrm>
        </p:spPr>
        <p:txBody>
          <a:bodyPr/>
          <a:lstStyle/>
          <a:p>
            <a:r>
              <a:rPr lang="sl-SI" dirty="0"/>
              <a:t>Funkcionalnost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6967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E2E6A-35EC-1B8E-0FD7-8C67870AC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0802" y="545272"/>
            <a:ext cx="8420100" cy="1780860"/>
          </a:xfrm>
        </p:spPr>
        <p:txBody>
          <a:bodyPr/>
          <a:lstStyle/>
          <a:p>
            <a:r>
              <a:rPr lang="sl-SI" dirty="0"/>
              <a:t>Registracija, prijava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44A959-C2BB-9170-C99C-1A2EDB71B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4" name="Slika 3" descr="Slika, ki vsebuje besede posnetek zaslona, oblikovanje&#10;&#10;Vsebina, ustvarjena z UI, morda ni pravilna.">
            <a:extLst>
              <a:ext uri="{FF2B5EF4-FFF2-40B4-BE49-F238E27FC236}">
                <a16:creationId xmlns:a16="http://schemas.microsoft.com/office/drawing/2014/main" id="{83E467AB-34C9-A8FA-5371-DF76E41CE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7631" y="2596077"/>
            <a:ext cx="4355889" cy="3632567"/>
          </a:xfrm>
          <a:prstGeom prst="rect">
            <a:avLst/>
          </a:prstGeom>
        </p:spPr>
      </p:pic>
      <p:pic>
        <p:nvPicPr>
          <p:cNvPr id="6" name="Slika 5" descr="Slika, ki vsebuje besede besedilo, posnetek zaslona, zelena, grafično oblikovanje&#10;&#10;Vsebina, ustvarjena z UI, morda ni pravilna.">
            <a:extLst>
              <a:ext uri="{FF2B5EF4-FFF2-40B4-BE49-F238E27FC236}">
                <a16:creationId xmlns:a16="http://schemas.microsoft.com/office/drawing/2014/main" id="{11219E29-4C41-AE6F-CE56-BA1BA50A8E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7471" y="2619766"/>
            <a:ext cx="4313431" cy="3608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587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7D9B3-B64F-656A-0D99-161A6C0F51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120" y="558801"/>
            <a:ext cx="9953308" cy="1780860"/>
          </a:xfrm>
        </p:spPr>
        <p:txBody>
          <a:bodyPr/>
          <a:lstStyle/>
          <a:p>
            <a:r>
              <a:rPr lang="sl-SI" dirty="0" err="1"/>
              <a:t>Domaca</a:t>
            </a:r>
            <a:r>
              <a:rPr lang="sl-SI" dirty="0"/>
              <a:t> stran</a:t>
            </a:r>
            <a:endParaRPr lang="en-US" dirty="0"/>
          </a:p>
        </p:txBody>
      </p:sp>
      <p:sp>
        <p:nvSpPr>
          <p:cNvPr id="68" name="Slide Number Placeholder 67">
            <a:extLst>
              <a:ext uri="{FF2B5EF4-FFF2-40B4-BE49-F238E27FC236}">
                <a16:creationId xmlns:a16="http://schemas.microsoft.com/office/drawing/2014/main" id="{AA0ACADD-CC4E-851C-DA07-C22DB97FA23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4" name="Slika 3" descr="Slika, ki vsebuje besede posnetek zaslona, besedilo, programska oprema, večpredstavnostna programska oprema&#10;&#10;Vsebina, ustvarjena z UI, morda ni pravilna.">
            <a:extLst>
              <a:ext uri="{FF2B5EF4-FFF2-40B4-BE49-F238E27FC236}">
                <a16:creationId xmlns:a16="http://schemas.microsoft.com/office/drawing/2014/main" id="{0ABD5FC3-2489-05AC-754F-2B9518199C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120" y="2441262"/>
            <a:ext cx="7456932" cy="3550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9298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4F7451-54E1-7777-85BB-4A6E41688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F8A72-DE8C-EDC0-8E68-3C5B8B8D13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3700" y="568961"/>
            <a:ext cx="8420100" cy="1780860"/>
          </a:xfrm>
        </p:spPr>
        <p:txBody>
          <a:bodyPr/>
          <a:lstStyle/>
          <a:p>
            <a:r>
              <a:rPr lang="sl-SI" dirty="0"/>
              <a:t>MOJ PROFIL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25177E5-8EF4-2074-011B-A97D36A31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4" name="Slika 3" descr="Slika, ki vsebuje besede besedilo, posnetek zaslona, programska oprema, večpredstavnost&#10;&#10;Vsebina, ustvarjena z UI, morda ni pravilna.">
            <a:extLst>
              <a:ext uri="{FF2B5EF4-FFF2-40B4-BE49-F238E27FC236}">
                <a16:creationId xmlns:a16="http://schemas.microsoft.com/office/drawing/2014/main" id="{9AFA1D8B-3326-2D6B-A3F8-094D8413CA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24" y="2992550"/>
            <a:ext cx="5013952" cy="2933889"/>
          </a:xfrm>
          <a:prstGeom prst="rect">
            <a:avLst/>
          </a:prstGeom>
        </p:spPr>
      </p:pic>
      <p:pic>
        <p:nvPicPr>
          <p:cNvPr id="6" name="Slika 5" descr="Slika, ki vsebuje besede besedilo, posnetek zaslona, programska oprema, večpredstavnost&#10;&#10;Vsebina, ustvarjena z UI, morda ni pravilna.">
            <a:extLst>
              <a:ext uri="{FF2B5EF4-FFF2-40B4-BE49-F238E27FC236}">
                <a16:creationId xmlns:a16="http://schemas.microsoft.com/office/drawing/2014/main" id="{1FAEDAB9-0BFE-9165-00BF-01D4BBF8DA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741075"/>
            <a:ext cx="4928128" cy="2185364"/>
          </a:xfrm>
          <a:prstGeom prst="rect">
            <a:avLst/>
          </a:prstGeom>
        </p:spPr>
      </p:pic>
      <p:pic>
        <p:nvPicPr>
          <p:cNvPr id="9" name="Slika 8" descr="Slika, ki vsebuje besede posnetek zaslona, vrstica, besedilo&#10;&#10;Vsebina, ustvarjena z UI, morda ni pravilna.">
            <a:extLst>
              <a:ext uri="{FF2B5EF4-FFF2-40B4-BE49-F238E27FC236}">
                <a16:creationId xmlns:a16="http://schemas.microsoft.com/office/drawing/2014/main" id="{A7713E64-FCF5-C5CB-03FC-9A5A1E0EDD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554347"/>
            <a:ext cx="4928128" cy="876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2614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6BC2D-E35B-E3AE-5523-570E3A9A0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08E6E-7B3D-7A51-AC93-6674FF56FC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120" y="558801"/>
            <a:ext cx="9953308" cy="1780860"/>
          </a:xfrm>
        </p:spPr>
        <p:txBody>
          <a:bodyPr/>
          <a:lstStyle/>
          <a:p>
            <a:r>
              <a:rPr lang="sl-SI" dirty="0" err="1"/>
              <a:t>Boards</a:t>
            </a:r>
            <a:r>
              <a:rPr lang="sl-SI" dirty="0"/>
              <a:t> (Oglasne deske)</a:t>
            </a:r>
            <a:endParaRPr lang="en-US" dirty="0"/>
          </a:p>
        </p:txBody>
      </p:sp>
      <p:sp>
        <p:nvSpPr>
          <p:cNvPr id="68" name="Slide Number Placeholder 67">
            <a:extLst>
              <a:ext uri="{FF2B5EF4-FFF2-40B4-BE49-F238E27FC236}">
                <a16:creationId xmlns:a16="http://schemas.microsoft.com/office/drawing/2014/main" id="{D0C3906C-1D68-1329-3ED9-6C8F6B6424C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4" name="Slika 3" descr="Slika, ki vsebuje besede posnetek zaslona, besedilo, večpredstavnostna programska oprema, programska oprema&#10;&#10;Vsebina, ustvarjena z UI, morda ni pravilna.">
            <a:extLst>
              <a:ext uri="{FF2B5EF4-FFF2-40B4-BE49-F238E27FC236}">
                <a16:creationId xmlns:a16="http://schemas.microsoft.com/office/drawing/2014/main" id="{91F924C6-3C02-E581-8C7C-DDC27009BF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120" y="2516203"/>
            <a:ext cx="7737532" cy="3663604"/>
          </a:xfrm>
          <a:prstGeom prst="rect">
            <a:avLst/>
          </a:prstGeom>
        </p:spPr>
      </p:pic>
      <p:pic>
        <p:nvPicPr>
          <p:cNvPr id="6" name="Slika 5" descr="Slika, ki vsebuje besede besedilo, posnetek zaslona, pisava, oblikovanje&#10;&#10;Vsebina, ustvarjena z UI, morda ni pravilna.">
            <a:extLst>
              <a:ext uri="{FF2B5EF4-FFF2-40B4-BE49-F238E27FC236}">
                <a16:creationId xmlns:a16="http://schemas.microsoft.com/office/drawing/2014/main" id="{69817F72-A14A-786C-F842-C75E6ED1A0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8484" y="1285650"/>
            <a:ext cx="1929732" cy="4894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9566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ABB86-11B2-10C1-393B-3F0F51B4F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36FDE-9829-D668-7635-3DE0131B5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120" y="558801"/>
            <a:ext cx="9953308" cy="1780860"/>
          </a:xfrm>
        </p:spPr>
        <p:txBody>
          <a:bodyPr/>
          <a:lstStyle/>
          <a:p>
            <a:r>
              <a:rPr lang="sl-SI" dirty="0" err="1"/>
              <a:t>Boards</a:t>
            </a:r>
            <a:r>
              <a:rPr lang="sl-SI" dirty="0"/>
              <a:t> (Oglasne deske)</a:t>
            </a:r>
            <a:endParaRPr lang="en-US" dirty="0"/>
          </a:p>
        </p:txBody>
      </p:sp>
      <p:sp>
        <p:nvSpPr>
          <p:cNvPr id="68" name="Slide Number Placeholder 67">
            <a:extLst>
              <a:ext uri="{FF2B5EF4-FFF2-40B4-BE49-F238E27FC236}">
                <a16:creationId xmlns:a16="http://schemas.microsoft.com/office/drawing/2014/main" id="{66B2083D-3EBF-F407-B7B8-10D41FAD507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5" name="Slika 4">
            <a:extLst>
              <a:ext uri="{FF2B5EF4-FFF2-40B4-BE49-F238E27FC236}">
                <a16:creationId xmlns:a16="http://schemas.microsoft.com/office/drawing/2014/main" id="{6BCCEDC3-574D-D794-A02D-32CBEC051E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120" y="2510065"/>
            <a:ext cx="7965440" cy="332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9260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B1D7C-F9BA-35E4-A1DF-04AE0390A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F2B28-91A3-4CB2-FA45-7AEC06949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120" y="558801"/>
            <a:ext cx="9953308" cy="1780860"/>
          </a:xfrm>
        </p:spPr>
        <p:txBody>
          <a:bodyPr/>
          <a:lstStyle/>
          <a:p>
            <a:r>
              <a:rPr lang="sl-SI" dirty="0"/>
              <a:t>POST / OBJAVA</a:t>
            </a:r>
            <a:endParaRPr lang="en-US" dirty="0"/>
          </a:p>
        </p:txBody>
      </p:sp>
      <p:sp>
        <p:nvSpPr>
          <p:cNvPr id="68" name="Slide Number Placeholder 67">
            <a:extLst>
              <a:ext uri="{FF2B5EF4-FFF2-40B4-BE49-F238E27FC236}">
                <a16:creationId xmlns:a16="http://schemas.microsoft.com/office/drawing/2014/main" id="{3C737A24-4059-48C5-1E10-3C16B13DECA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4" name="Slika 3">
            <a:extLst>
              <a:ext uri="{FF2B5EF4-FFF2-40B4-BE49-F238E27FC236}">
                <a16:creationId xmlns:a16="http://schemas.microsoft.com/office/drawing/2014/main" id="{20FDBEA9-0EBA-9476-D268-FCB0575697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120" y="2634173"/>
            <a:ext cx="4243495" cy="3248468"/>
          </a:xfrm>
          <a:prstGeom prst="rect">
            <a:avLst/>
          </a:prstGeom>
        </p:spPr>
      </p:pic>
      <p:pic>
        <p:nvPicPr>
          <p:cNvPr id="7" name="Slika 6">
            <a:extLst>
              <a:ext uri="{FF2B5EF4-FFF2-40B4-BE49-F238E27FC236}">
                <a16:creationId xmlns:a16="http://schemas.microsoft.com/office/drawing/2014/main" id="{3B6768A3-2AAF-4C08-3A4D-711297395C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9844" y="281170"/>
            <a:ext cx="4001058" cy="2353003"/>
          </a:xfrm>
          <a:prstGeom prst="rect">
            <a:avLst/>
          </a:prstGeom>
        </p:spPr>
      </p:pic>
      <p:pic>
        <p:nvPicPr>
          <p:cNvPr id="9" name="Slika 8" descr="Slika, ki vsebuje besede besedilo, posnetek zaslona, programska oprema, večpredstavnostna programska oprema&#10;&#10;Vsebina, ustvarjena z UI, morda ni pravilna.">
            <a:extLst>
              <a:ext uri="{FF2B5EF4-FFF2-40B4-BE49-F238E27FC236}">
                <a16:creationId xmlns:a16="http://schemas.microsoft.com/office/drawing/2014/main" id="{9883435D-F313-A1F7-8BA3-CB5BAC2D7D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2244" y="2895554"/>
            <a:ext cx="5068658" cy="3166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212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E8D1C-DFE6-BC0A-D157-31E2E434D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06AF4C-9FD0-8EF8-4C04-C0B825C59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120" y="558801"/>
            <a:ext cx="9953308" cy="1780860"/>
          </a:xfrm>
        </p:spPr>
        <p:txBody>
          <a:bodyPr/>
          <a:lstStyle/>
          <a:p>
            <a:r>
              <a:rPr lang="sl-SI" dirty="0"/>
              <a:t>FRIENDS SECTION</a:t>
            </a:r>
            <a:endParaRPr lang="en-US" dirty="0"/>
          </a:p>
        </p:txBody>
      </p:sp>
      <p:sp>
        <p:nvSpPr>
          <p:cNvPr id="68" name="Slide Number Placeholder 67">
            <a:extLst>
              <a:ext uri="{FF2B5EF4-FFF2-40B4-BE49-F238E27FC236}">
                <a16:creationId xmlns:a16="http://schemas.microsoft.com/office/drawing/2014/main" id="{F219261C-4B53-2F64-46DD-6A37CD9ECED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5" name="Slika 4" descr="Slika, ki vsebuje besede posnetek zaslona, besedilo, pisava, vrstica&#10;&#10;Vsebina, ustvarjena z UI, morda ni pravilna.">
            <a:extLst>
              <a:ext uri="{FF2B5EF4-FFF2-40B4-BE49-F238E27FC236}">
                <a16:creationId xmlns:a16="http://schemas.microsoft.com/office/drawing/2014/main" id="{1E86E1AB-C714-9E67-C556-A1EFB81032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6936" y="2443025"/>
            <a:ext cx="9953308" cy="1871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312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09140014-73D5-419B-8867-972BB18D5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7192"/>
            <a:ext cx="5655197" cy="1997867"/>
          </a:xfrm>
        </p:spPr>
        <p:txBody>
          <a:bodyPr anchor="b"/>
          <a:lstStyle/>
          <a:p>
            <a:r>
              <a:rPr lang="sl-SI" dirty="0"/>
              <a:t>povzetek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2E1CF79-4FDC-8CAF-CC16-E309A2C497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705177"/>
            <a:ext cx="5733772" cy="448990"/>
          </a:xfrm>
        </p:spPr>
        <p:txBody>
          <a:bodyPr/>
          <a:lstStyle/>
          <a:p>
            <a:r>
              <a:rPr lang="sl-SI" dirty="0"/>
              <a:t>Problemi, pomanjkljivosti</a:t>
            </a:r>
            <a:endParaRPr lang="en-US" dirty="0"/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33D8731E-4977-402E-8BFD-895B4D0544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199" y="3154166"/>
            <a:ext cx="5733773" cy="3032733"/>
          </a:xfrm>
        </p:spPr>
        <p:txBody>
          <a:bodyPr>
            <a:noAutofit/>
          </a:bodyPr>
          <a:lstStyle/>
          <a:p>
            <a:r>
              <a:rPr lang="sl-SI" dirty="0" err="1"/>
              <a:t>Zacetna</a:t>
            </a:r>
            <a:r>
              <a:rPr lang="sl-SI" dirty="0"/>
              <a:t> zmeda</a:t>
            </a:r>
          </a:p>
          <a:p>
            <a:r>
              <a:rPr lang="sl-SI" dirty="0" err="1"/>
              <a:t>Pocitnice</a:t>
            </a:r>
            <a:endParaRPr lang="sl-SI" dirty="0"/>
          </a:p>
          <a:p>
            <a:r>
              <a:rPr lang="sl-SI" dirty="0" err="1"/>
              <a:t>Cas</a:t>
            </a:r>
            <a:endParaRPr lang="sl-SI" dirty="0"/>
          </a:p>
          <a:p>
            <a:r>
              <a:rPr lang="sl-SI" dirty="0"/>
              <a:t>Kolokviji</a:t>
            </a:r>
          </a:p>
          <a:p>
            <a:r>
              <a:rPr lang="sl-SI" dirty="0"/>
              <a:t>Obveznosti</a:t>
            </a:r>
            <a:endParaRPr lang="en-US" dirty="0"/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AE07A905-8B37-D13F-25D3-1D3BCDB86B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887108" y="2705177"/>
            <a:ext cx="3943627" cy="448989"/>
          </a:xfrm>
        </p:spPr>
        <p:txBody>
          <a:bodyPr/>
          <a:lstStyle/>
          <a:p>
            <a:r>
              <a:rPr lang="sl-SI" dirty="0" err="1"/>
              <a:t>Koncni</a:t>
            </a:r>
            <a:r>
              <a:rPr lang="sl-SI" dirty="0"/>
              <a:t> vtisi</a:t>
            </a:r>
            <a:endParaRPr lang="en-US" dirty="0"/>
          </a:p>
        </p:txBody>
      </p:sp>
      <p:sp>
        <p:nvSpPr>
          <p:cNvPr id="35" name="Content Placeholder 34">
            <a:extLst>
              <a:ext uri="{FF2B5EF4-FFF2-40B4-BE49-F238E27FC236}">
                <a16:creationId xmlns:a16="http://schemas.microsoft.com/office/drawing/2014/main" id="{4E9A764F-6B65-050E-E561-82F77339D164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887107" y="3164867"/>
            <a:ext cx="3943627" cy="3032733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sl-SI" dirty="0"/>
              <a:t>Solidna ekipa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l-SI" dirty="0"/>
              <a:t>Pomanjkljiva komunikacija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l-SI" dirty="0"/>
              <a:t>Samoiniciativnost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96FFDC-ADE8-4009-A466-A81787258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35779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F1EDE-5423-435C-B149-87AB1BC22B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0" y="1615736"/>
            <a:ext cx="6553200" cy="1524735"/>
          </a:xfrm>
        </p:spPr>
        <p:txBody>
          <a:bodyPr/>
          <a:lstStyle/>
          <a:p>
            <a:r>
              <a:rPr lang="sl-SI" dirty="0"/>
              <a:t>HVALA ZA VAŠO POZORNOST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64C29E-DF30-4DC6-AB95-2016F9A703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18006"/>
            <a:ext cx="4002593" cy="2850181"/>
          </a:xfrm>
        </p:spPr>
        <p:txBody>
          <a:bodyPr>
            <a:noAutofit/>
          </a:bodyPr>
          <a:lstStyle/>
          <a:p>
            <a:pPr fontAlgn="base"/>
            <a:r>
              <a:rPr lang="en-US" dirty="0"/>
              <a:t>Mark Sadnik, </a:t>
            </a:r>
            <a:r>
              <a:rPr lang="en-US" dirty="0" err="1"/>
              <a:t>vodja</a:t>
            </a:r>
            <a:endParaRPr lang="en-US" dirty="0"/>
          </a:p>
          <a:p>
            <a:pPr fontAlgn="base"/>
            <a:r>
              <a:rPr lang="en-US" dirty="0" err="1"/>
              <a:t>Žiga</a:t>
            </a:r>
            <a:r>
              <a:rPr lang="en-US" dirty="0"/>
              <a:t> Bošnjak</a:t>
            </a:r>
          </a:p>
          <a:p>
            <a:pPr fontAlgn="base"/>
            <a:r>
              <a:rPr lang="en-US" dirty="0"/>
              <a:t>Jan Breznik</a:t>
            </a:r>
          </a:p>
          <a:p>
            <a:pPr fontAlgn="base"/>
            <a:r>
              <a:rPr lang="en-US" dirty="0"/>
              <a:t>Elio </a:t>
            </a:r>
            <a:r>
              <a:rPr lang="en-US" dirty="0" err="1"/>
              <a:t>Štante</a:t>
            </a:r>
            <a:endParaRPr lang="en-US" dirty="0"/>
          </a:p>
          <a:p>
            <a:pPr fontAlgn="base"/>
            <a:r>
              <a:rPr lang="en-US" dirty="0"/>
              <a:t>Jaka Zorman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127D99-645F-4FCF-9573-FDFE2A344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483841C8-2270-87B8-40E0-A20891476972}"/>
              </a:ext>
            </a:extLst>
          </p:cNvPr>
          <p:cNvSpPr txBox="1">
            <a:spLocks/>
          </p:cNvSpPr>
          <p:nvPr/>
        </p:nvSpPr>
        <p:spPr>
          <a:xfrm>
            <a:off x="8097297" y="3218005"/>
            <a:ext cx="4002593" cy="285018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 spc="5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dirty="0"/>
              <a:t>Jan </a:t>
            </a:r>
            <a:r>
              <a:rPr lang="en-US" dirty="0" err="1"/>
              <a:t>Kavcl</a:t>
            </a:r>
            <a:endParaRPr lang="sl-SI" dirty="0"/>
          </a:p>
          <a:p>
            <a:pPr fontAlgn="base"/>
            <a:r>
              <a:rPr lang="en-US" dirty="0"/>
              <a:t>Eva Kristina Balan</a:t>
            </a:r>
            <a:endParaRPr lang="sl-SI" dirty="0"/>
          </a:p>
          <a:p>
            <a:pPr fontAlgn="base"/>
            <a:r>
              <a:rPr lang="sl-SI" dirty="0"/>
              <a:t>Andrej Nemanič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97875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4080F-2C1C-B6AD-B8AB-50E52DDF1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838A3-73B4-032E-C5BE-53FFDFBDA7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487680"/>
            <a:ext cx="4179570" cy="3376691"/>
          </a:xfrm>
        </p:spPr>
        <p:txBody>
          <a:bodyPr anchor="b">
            <a:normAutofit/>
          </a:bodyPr>
          <a:lstStyle/>
          <a:p>
            <a:r>
              <a:rPr lang="sl-SI" dirty="0" err="1"/>
              <a:t>Vprasanja</a:t>
            </a:r>
            <a:endParaRPr lang="en-US" dirty="0"/>
          </a:p>
        </p:txBody>
      </p:sp>
      <p:pic>
        <p:nvPicPr>
          <p:cNvPr id="5" name="Slika 4" descr="Slika, ki vsebuje besede grafika, sličica, ustvarjalnost&#10;&#10;Vsebina, ustvarjena z UI, morda ni pravilna.">
            <a:extLst>
              <a:ext uri="{FF2B5EF4-FFF2-40B4-BE49-F238E27FC236}">
                <a16:creationId xmlns:a16="http://schemas.microsoft.com/office/drawing/2014/main" id="{779E4B02-84F1-305C-4494-26B11303C17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119" r="29945" b="-2"/>
          <a:stretch>
            <a:fillRect/>
          </a:stretch>
        </p:blipFill>
        <p:spPr>
          <a:xfrm>
            <a:off x="20" y="-5080"/>
            <a:ext cx="6576271" cy="6872605"/>
          </a:xfrm>
          <a:custGeom>
            <a:avLst/>
            <a:gdLst>
              <a:gd name="connsiteX0" fmla="*/ 0 w 6576291"/>
              <a:gd name="connsiteY0" fmla="*/ 0 h 6867525"/>
              <a:gd name="connsiteX1" fmla="*/ 6576291 w 6576291"/>
              <a:gd name="connsiteY1" fmla="*/ 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044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  <a:gd name="connsiteX0" fmla="*/ 0 w 6576291"/>
              <a:gd name="connsiteY0" fmla="*/ 0 h 6867525"/>
              <a:gd name="connsiteX1" fmla="*/ 3624811 w 6576291"/>
              <a:gd name="connsiteY1" fmla="*/ 1016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298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76291" h="6872605">
                <a:moveTo>
                  <a:pt x="0" y="5080"/>
                </a:moveTo>
                <a:lnTo>
                  <a:pt x="3629891" y="0"/>
                </a:lnTo>
                <a:lnTo>
                  <a:pt x="6576291" y="6872605"/>
                </a:lnTo>
                <a:lnTo>
                  <a:pt x="0" y="6872605"/>
                </a:lnTo>
                <a:lnTo>
                  <a:pt x="0" y="5080"/>
                </a:lnTo>
                <a:close/>
              </a:path>
            </a:pathLst>
          </a:custGeom>
          <a:noFill/>
        </p:spPr>
      </p:pic>
      <p:sp>
        <p:nvSpPr>
          <p:cNvPr id="6" name="Slide Number Placeholder 5" hidden="1">
            <a:extLst>
              <a:ext uri="{FF2B5EF4-FFF2-40B4-BE49-F238E27FC236}">
                <a16:creationId xmlns:a16="http://schemas.microsoft.com/office/drawing/2014/main" id="{E7611238-8F4E-B5DA-6454-06A80EDE04A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579428" y="6356350"/>
            <a:ext cx="1774371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901448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ustom" id="{F85C13B5-8B75-4CB8-BA5E-9CAC0747196D}" vid="{617487EE-AB70-4C55-8A81-E6744CC4A2C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9168DCE-134F-4610-A6AA-88CEBE8D71D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CABF691C-888B-4061-8A6F-D5CE84A0254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EDE3176-A15D-46A3-BDDB-64A0D73632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{F26E6672-7DDA-4668-AD16-3D82604636DC}TF7521aafa-c748-4c40-a498-ba511be234dc5b1b6097_win32-5039330bb2f3</Template>
  <TotalTime>220</TotalTime>
  <Words>221</Words>
  <Application>Microsoft Office PowerPoint</Application>
  <PresentationFormat>Širokozaslonsko</PresentationFormat>
  <Paragraphs>97</Paragraphs>
  <Slides>20</Slides>
  <Notes>18</Notes>
  <HiddenSlides>0</HiddenSlides>
  <MMClips>0</MMClips>
  <ScaleCrop>false</ScaleCrop>
  <HeadingPairs>
    <vt:vector size="6" baseType="variant">
      <vt:variant>
        <vt:lpstr>Uporabljene pisave</vt:lpstr>
      </vt:variant>
      <vt:variant>
        <vt:i4>3</vt:i4>
      </vt:variant>
      <vt:variant>
        <vt:lpstr>Tema</vt:lpstr>
      </vt:variant>
      <vt:variant>
        <vt:i4>1</vt:i4>
      </vt:variant>
      <vt:variant>
        <vt:lpstr>Naslovi diapozitivov</vt:lpstr>
      </vt:variant>
      <vt:variant>
        <vt:i4>20</vt:i4>
      </vt:variant>
    </vt:vector>
  </HeadingPairs>
  <TitlesOfParts>
    <vt:vector size="24" baseType="lpstr">
      <vt:lpstr>Arial</vt:lpstr>
      <vt:lpstr>Calibri</vt:lpstr>
      <vt:lpstr>Tenorite</vt:lpstr>
      <vt:lpstr>Custom</vt:lpstr>
      <vt:lpstr>Projekt BITBUG  </vt:lpstr>
      <vt:lpstr>Kaj je bitbug</vt:lpstr>
      <vt:lpstr>Potek projekta</vt:lpstr>
      <vt:lpstr>ideje</vt:lpstr>
      <vt:lpstr>Nacin dela</vt:lpstr>
      <vt:lpstr>Beleženje napredka</vt:lpstr>
      <vt:lpstr>Uporabljene tehnologije</vt:lpstr>
      <vt:lpstr>Front end</vt:lpstr>
      <vt:lpstr>BACKENd</vt:lpstr>
      <vt:lpstr>Funkcionalnost</vt:lpstr>
      <vt:lpstr>Registracija, prijava</vt:lpstr>
      <vt:lpstr>Domaca stran</vt:lpstr>
      <vt:lpstr>MOJ PROFIL</vt:lpstr>
      <vt:lpstr>Boards (Oglasne deske)</vt:lpstr>
      <vt:lpstr>Boards (Oglasne deske)</vt:lpstr>
      <vt:lpstr>POST / OBJAVA</vt:lpstr>
      <vt:lpstr>FRIENDS SECTION</vt:lpstr>
      <vt:lpstr>povzetek</vt:lpstr>
      <vt:lpstr>HVALA ZA VAŠO POZORNOST</vt:lpstr>
      <vt:lpstr>Vprasanja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 Sadnik</dc:creator>
  <cp:lastModifiedBy>Mark Sadnik</cp:lastModifiedBy>
  <cp:revision>29</cp:revision>
  <dcterms:created xsi:type="dcterms:W3CDTF">2026-01-13T13:20:13Z</dcterms:created>
  <dcterms:modified xsi:type="dcterms:W3CDTF">2026-01-13T17:05:21Z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